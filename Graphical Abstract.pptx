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2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400800"/>
  <p:notesSz cx="64008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3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973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117" Type="http://schemas.openxmlformats.org/officeDocument/2006/relationships/image" Target="../media/image13.png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image" Target="../media/image8.png"/><Relationship Id="rId16" Type="http://schemas.openxmlformats.org/officeDocument/2006/relationships/tags" Target="../tags/tag16.xml"/><Relationship Id="rId107" Type="http://schemas.openxmlformats.org/officeDocument/2006/relationships/image" Target="../media/image3.png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image" Target="../media/image19.jpg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image" Target="../media/image9.png"/><Relationship Id="rId118" Type="http://schemas.openxmlformats.org/officeDocument/2006/relationships/image" Target="../media/image14.png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slideLayout" Target="../slideLayouts/slideLayout1.xml"/><Relationship Id="rId108" Type="http://schemas.openxmlformats.org/officeDocument/2006/relationships/image" Target="../media/image4.png"/><Relationship Id="rId124" Type="http://schemas.openxmlformats.org/officeDocument/2006/relationships/image" Target="../media/image20.png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image" Target="../media/image10.png"/><Relationship Id="rId119" Type="http://schemas.openxmlformats.org/officeDocument/2006/relationships/image" Target="../media/image15.png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image" Target="../media/image5.png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notesSlide" Target="../notesSlides/notesSlide1.xml"/><Relationship Id="rId120" Type="http://schemas.openxmlformats.org/officeDocument/2006/relationships/image" Target="../media/image16.png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image" Target="../media/image6.png"/><Relationship Id="rId115" Type="http://schemas.openxmlformats.org/officeDocument/2006/relationships/image" Target="../media/image11.png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image" Target="../media/image1.png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image" Target="../media/image17.png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image" Target="../media/image12.pn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image" Target="../media/image7.png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image" Target="../media/image2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26" Type="http://schemas.openxmlformats.org/officeDocument/2006/relationships/tags" Target="../tags/tag128.xml"/><Relationship Id="rId39" Type="http://schemas.openxmlformats.org/officeDocument/2006/relationships/image" Target="../media/image13.png"/><Relationship Id="rId21" Type="http://schemas.openxmlformats.org/officeDocument/2006/relationships/tags" Target="../tags/tag123.xml"/><Relationship Id="rId34" Type="http://schemas.openxmlformats.org/officeDocument/2006/relationships/image" Target="../media/image22.png"/><Relationship Id="rId42" Type="http://schemas.openxmlformats.org/officeDocument/2006/relationships/image" Target="../media/image16.png"/><Relationship Id="rId47" Type="http://schemas.openxmlformats.org/officeDocument/2006/relationships/image" Target="../media/image5.png"/><Relationship Id="rId50" Type="http://schemas.openxmlformats.org/officeDocument/2006/relationships/image" Target="../media/image30.png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9" Type="http://schemas.openxmlformats.org/officeDocument/2006/relationships/tags" Target="../tags/tag131.xml"/><Relationship Id="rId11" Type="http://schemas.openxmlformats.org/officeDocument/2006/relationships/tags" Target="../tags/tag113.xml"/><Relationship Id="rId24" Type="http://schemas.openxmlformats.org/officeDocument/2006/relationships/tags" Target="../tags/tag126.xml"/><Relationship Id="rId32" Type="http://schemas.openxmlformats.org/officeDocument/2006/relationships/image" Target="../media/image21.png"/><Relationship Id="rId37" Type="http://schemas.openxmlformats.org/officeDocument/2006/relationships/image" Target="../media/image25.png"/><Relationship Id="rId40" Type="http://schemas.openxmlformats.org/officeDocument/2006/relationships/image" Target="../media/image14.png"/><Relationship Id="rId45" Type="http://schemas.openxmlformats.org/officeDocument/2006/relationships/image" Target="../media/image26.png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23" Type="http://schemas.openxmlformats.org/officeDocument/2006/relationships/tags" Target="../tags/tag125.xml"/><Relationship Id="rId28" Type="http://schemas.openxmlformats.org/officeDocument/2006/relationships/tags" Target="../tags/tag130.xml"/><Relationship Id="rId36" Type="http://schemas.openxmlformats.org/officeDocument/2006/relationships/image" Target="../media/image24.png"/><Relationship Id="rId49" Type="http://schemas.openxmlformats.org/officeDocument/2006/relationships/image" Target="../media/image29.png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31" Type="http://schemas.openxmlformats.org/officeDocument/2006/relationships/notesSlide" Target="../notesSlides/notesSlide2.xml"/><Relationship Id="rId44" Type="http://schemas.openxmlformats.org/officeDocument/2006/relationships/image" Target="../media/image18.png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Relationship Id="rId22" Type="http://schemas.openxmlformats.org/officeDocument/2006/relationships/tags" Target="../tags/tag124.xml"/><Relationship Id="rId27" Type="http://schemas.openxmlformats.org/officeDocument/2006/relationships/tags" Target="../tags/tag129.xml"/><Relationship Id="rId30" Type="http://schemas.openxmlformats.org/officeDocument/2006/relationships/slideLayout" Target="../slideLayouts/slideLayout1.xml"/><Relationship Id="rId35" Type="http://schemas.openxmlformats.org/officeDocument/2006/relationships/image" Target="../media/image23.png"/><Relationship Id="rId43" Type="http://schemas.openxmlformats.org/officeDocument/2006/relationships/image" Target="../media/image17.png"/><Relationship Id="rId48" Type="http://schemas.openxmlformats.org/officeDocument/2006/relationships/image" Target="../media/image28.png"/><Relationship Id="rId8" Type="http://schemas.openxmlformats.org/officeDocument/2006/relationships/tags" Target="../tags/tag110.xml"/><Relationship Id="rId51" Type="http://schemas.openxmlformats.org/officeDocument/2006/relationships/image" Target="../media/image31.png"/><Relationship Id="rId3" Type="http://schemas.openxmlformats.org/officeDocument/2006/relationships/tags" Target="../tags/tag105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5" Type="http://schemas.openxmlformats.org/officeDocument/2006/relationships/tags" Target="../tags/tag127.xml"/><Relationship Id="rId33" Type="http://schemas.openxmlformats.org/officeDocument/2006/relationships/image" Target="../media/image2.png"/><Relationship Id="rId38" Type="http://schemas.openxmlformats.org/officeDocument/2006/relationships/image" Target="../media/image12.png"/><Relationship Id="rId46" Type="http://schemas.openxmlformats.org/officeDocument/2006/relationships/image" Target="../media/image27.png"/><Relationship Id="rId20" Type="http://schemas.openxmlformats.org/officeDocument/2006/relationships/tags" Target="../tags/tag122.xml"/><Relationship Id="rId41" Type="http://schemas.openxmlformats.org/officeDocument/2006/relationships/image" Target="../media/image15.png"/><Relationship Id="rId1" Type="http://schemas.openxmlformats.org/officeDocument/2006/relationships/tags" Target="../tags/tag103.xml"/><Relationship Id="rId6" Type="http://schemas.openxmlformats.org/officeDocument/2006/relationships/tags" Target="../tags/tag108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4.xml"/><Relationship Id="rId18" Type="http://schemas.openxmlformats.org/officeDocument/2006/relationships/tags" Target="../tags/tag149.xml"/><Relationship Id="rId26" Type="http://schemas.openxmlformats.org/officeDocument/2006/relationships/tags" Target="../tags/tag157.xml"/><Relationship Id="rId39" Type="http://schemas.openxmlformats.org/officeDocument/2006/relationships/tags" Target="../tags/tag170.xml"/><Relationship Id="rId21" Type="http://schemas.openxmlformats.org/officeDocument/2006/relationships/tags" Target="../tags/tag152.xml"/><Relationship Id="rId34" Type="http://schemas.openxmlformats.org/officeDocument/2006/relationships/tags" Target="../tags/tag165.xml"/><Relationship Id="rId42" Type="http://schemas.openxmlformats.org/officeDocument/2006/relationships/image" Target="../media/image1.png"/><Relationship Id="rId47" Type="http://schemas.openxmlformats.org/officeDocument/2006/relationships/image" Target="../media/image10.png"/><Relationship Id="rId50" Type="http://schemas.openxmlformats.org/officeDocument/2006/relationships/image" Target="../media/image13.png"/><Relationship Id="rId55" Type="http://schemas.openxmlformats.org/officeDocument/2006/relationships/image" Target="../media/image18.png"/><Relationship Id="rId63" Type="http://schemas.openxmlformats.org/officeDocument/2006/relationships/image" Target="../media/image39.png"/><Relationship Id="rId7" Type="http://schemas.openxmlformats.org/officeDocument/2006/relationships/tags" Target="../tags/tag138.xml"/><Relationship Id="rId2" Type="http://schemas.openxmlformats.org/officeDocument/2006/relationships/tags" Target="../tags/tag133.xml"/><Relationship Id="rId16" Type="http://schemas.openxmlformats.org/officeDocument/2006/relationships/tags" Target="../tags/tag147.xml"/><Relationship Id="rId29" Type="http://schemas.openxmlformats.org/officeDocument/2006/relationships/tags" Target="../tags/tag160.xml"/><Relationship Id="rId11" Type="http://schemas.openxmlformats.org/officeDocument/2006/relationships/tags" Target="../tags/tag142.xml"/><Relationship Id="rId24" Type="http://schemas.openxmlformats.org/officeDocument/2006/relationships/tags" Target="../tags/tag155.xml"/><Relationship Id="rId32" Type="http://schemas.openxmlformats.org/officeDocument/2006/relationships/tags" Target="../tags/tag163.xml"/><Relationship Id="rId37" Type="http://schemas.openxmlformats.org/officeDocument/2006/relationships/tags" Target="../tags/tag168.xml"/><Relationship Id="rId40" Type="http://schemas.openxmlformats.org/officeDocument/2006/relationships/slideLayout" Target="../slideLayouts/slideLayout1.xml"/><Relationship Id="rId45" Type="http://schemas.openxmlformats.org/officeDocument/2006/relationships/image" Target="../media/image2.png"/><Relationship Id="rId53" Type="http://schemas.openxmlformats.org/officeDocument/2006/relationships/image" Target="../media/image16.png"/><Relationship Id="rId58" Type="http://schemas.openxmlformats.org/officeDocument/2006/relationships/image" Target="../media/image4.png"/><Relationship Id="rId5" Type="http://schemas.openxmlformats.org/officeDocument/2006/relationships/tags" Target="../tags/tag136.xml"/><Relationship Id="rId61" Type="http://schemas.openxmlformats.org/officeDocument/2006/relationships/image" Target="../media/image37.png"/><Relationship Id="rId19" Type="http://schemas.openxmlformats.org/officeDocument/2006/relationships/tags" Target="../tags/tag150.xml"/><Relationship Id="rId14" Type="http://schemas.openxmlformats.org/officeDocument/2006/relationships/tags" Target="../tags/tag145.xml"/><Relationship Id="rId22" Type="http://schemas.openxmlformats.org/officeDocument/2006/relationships/tags" Target="../tags/tag153.xml"/><Relationship Id="rId27" Type="http://schemas.openxmlformats.org/officeDocument/2006/relationships/tags" Target="../tags/tag158.xml"/><Relationship Id="rId30" Type="http://schemas.openxmlformats.org/officeDocument/2006/relationships/tags" Target="../tags/tag161.xml"/><Relationship Id="rId35" Type="http://schemas.openxmlformats.org/officeDocument/2006/relationships/tags" Target="../tags/tag166.xml"/><Relationship Id="rId43" Type="http://schemas.openxmlformats.org/officeDocument/2006/relationships/image" Target="../media/image32.png"/><Relationship Id="rId48" Type="http://schemas.openxmlformats.org/officeDocument/2006/relationships/image" Target="../media/image11.png"/><Relationship Id="rId56" Type="http://schemas.openxmlformats.org/officeDocument/2006/relationships/image" Target="../media/image3.png"/><Relationship Id="rId64" Type="http://schemas.openxmlformats.org/officeDocument/2006/relationships/image" Target="../media/image40.png"/><Relationship Id="rId8" Type="http://schemas.openxmlformats.org/officeDocument/2006/relationships/tags" Target="../tags/tag139.xml"/><Relationship Id="rId51" Type="http://schemas.openxmlformats.org/officeDocument/2006/relationships/image" Target="../media/image14.png"/><Relationship Id="rId3" Type="http://schemas.openxmlformats.org/officeDocument/2006/relationships/tags" Target="../tags/tag134.xml"/><Relationship Id="rId12" Type="http://schemas.openxmlformats.org/officeDocument/2006/relationships/tags" Target="../tags/tag143.xml"/><Relationship Id="rId17" Type="http://schemas.openxmlformats.org/officeDocument/2006/relationships/tags" Target="../tags/tag148.xml"/><Relationship Id="rId25" Type="http://schemas.openxmlformats.org/officeDocument/2006/relationships/tags" Target="../tags/tag156.xml"/><Relationship Id="rId33" Type="http://schemas.openxmlformats.org/officeDocument/2006/relationships/tags" Target="../tags/tag164.xml"/><Relationship Id="rId38" Type="http://schemas.openxmlformats.org/officeDocument/2006/relationships/tags" Target="../tags/tag169.xml"/><Relationship Id="rId46" Type="http://schemas.openxmlformats.org/officeDocument/2006/relationships/image" Target="../media/image34.png"/><Relationship Id="rId59" Type="http://schemas.openxmlformats.org/officeDocument/2006/relationships/image" Target="../media/image5.png"/><Relationship Id="rId20" Type="http://schemas.openxmlformats.org/officeDocument/2006/relationships/tags" Target="../tags/tag151.xml"/><Relationship Id="rId41" Type="http://schemas.openxmlformats.org/officeDocument/2006/relationships/notesSlide" Target="../notesSlides/notesSlide3.xml"/><Relationship Id="rId54" Type="http://schemas.openxmlformats.org/officeDocument/2006/relationships/image" Target="../media/image17.png"/><Relationship Id="rId62" Type="http://schemas.openxmlformats.org/officeDocument/2006/relationships/image" Target="../media/image38.png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5" Type="http://schemas.openxmlformats.org/officeDocument/2006/relationships/tags" Target="../tags/tag146.xml"/><Relationship Id="rId23" Type="http://schemas.openxmlformats.org/officeDocument/2006/relationships/tags" Target="../tags/tag154.xml"/><Relationship Id="rId28" Type="http://schemas.openxmlformats.org/officeDocument/2006/relationships/tags" Target="../tags/tag159.xml"/><Relationship Id="rId36" Type="http://schemas.openxmlformats.org/officeDocument/2006/relationships/tags" Target="../tags/tag167.xml"/><Relationship Id="rId49" Type="http://schemas.openxmlformats.org/officeDocument/2006/relationships/image" Target="../media/image12.png"/><Relationship Id="rId57" Type="http://schemas.openxmlformats.org/officeDocument/2006/relationships/image" Target="../media/image35.png"/><Relationship Id="rId10" Type="http://schemas.openxmlformats.org/officeDocument/2006/relationships/tags" Target="../tags/tag141.xml"/><Relationship Id="rId31" Type="http://schemas.openxmlformats.org/officeDocument/2006/relationships/tags" Target="../tags/tag162.xml"/><Relationship Id="rId44" Type="http://schemas.openxmlformats.org/officeDocument/2006/relationships/image" Target="../media/image33.png"/><Relationship Id="rId52" Type="http://schemas.openxmlformats.org/officeDocument/2006/relationships/image" Target="../media/image15.png"/><Relationship Id="rId60" Type="http://schemas.openxmlformats.org/officeDocument/2006/relationships/image" Target="../media/image36.png"/><Relationship Id="rId4" Type="http://schemas.openxmlformats.org/officeDocument/2006/relationships/tags" Target="../tags/tag135.xml"/><Relationship Id="rId9" Type="http://schemas.openxmlformats.org/officeDocument/2006/relationships/tags" Target="../tags/tag14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hyperlink" Target="https://appsource.microsoft.com/en-us/product/office/wa200006038?src=product&amp;mktcmpid=pptx_expor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5" Type="http://schemas.openxmlformats.org/officeDocument/2006/relationships/hyperlink" Target="http://www.biorender.com" TargetMode="External"/><Relationship Id="rId4" Type="http://schemas.openxmlformats.org/officeDocument/2006/relationships/hyperlink" Target="https://app.biorender.com/illustrations/69e650e5b06e265f690efbf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5"/>
          <a:stretch>
            <a:fillRect/>
          </a:stretch>
        </p:blipFill>
        <p:spPr>
          <a:xfrm>
            <a:off x="1511600" y="177493"/>
            <a:ext cx="1691640" cy="2374392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3473923" y="1442840"/>
            <a:ext cx="1578864" cy="52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cryomilling</a:t>
            </a:r>
            <a:endParaRPr lang="en-US" sz="2400" dirty="0"/>
          </a:p>
        </p:txBody>
      </p:sp>
      <p:pic>
        <p:nvPicPr>
          <p:cNvPr id="16" name="Image 12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6"/>
          <a:stretch>
            <a:fillRect/>
          </a:stretch>
        </p:blipFill>
        <p:spPr>
          <a:xfrm>
            <a:off x="3591250" y="1219572"/>
            <a:ext cx="1094232" cy="170688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7"/>
          <a:stretch>
            <a:fillRect/>
          </a:stretch>
        </p:blipFill>
        <p:spPr>
          <a:xfrm>
            <a:off x="7385945" y="990346"/>
            <a:ext cx="725424" cy="3070114"/>
          </a:xfrm>
          <a:prstGeom prst="rect">
            <a:avLst/>
          </a:prstGeom>
        </p:spPr>
      </p:pic>
      <p:sp>
        <p:nvSpPr>
          <p:cNvPr id="33" name="Text 2"/>
          <p:cNvSpPr/>
          <p:nvPr/>
        </p:nvSpPr>
        <p:spPr>
          <a:xfrm>
            <a:off x="5948374" y="2277694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separation</a:t>
            </a:r>
            <a:endParaRPr lang="en-US" sz="2400" dirty="0"/>
          </a:p>
        </p:txBody>
      </p:sp>
      <p:pic>
        <p:nvPicPr>
          <p:cNvPr id="34" name="Image 29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8"/>
          <a:stretch>
            <a:fillRect/>
          </a:stretch>
        </p:blipFill>
        <p:spPr>
          <a:xfrm>
            <a:off x="6166180" y="2970900"/>
            <a:ext cx="954024" cy="1243584"/>
          </a:xfrm>
          <a:prstGeom prst="rect">
            <a:avLst/>
          </a:prstGeom>
        </p:spPr>
      </p:pic>
      <p:sp>
        <p:nvSpPr>
          <p:cNvPr id="35" name="Text 3"/>
          <p:cNvSpPr/>
          <p:nvPr/>
        </p:nvSpPr>
        <p:spPr>
          <a:xfrm>
            <a:off x="3989466" y="4218326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histological slices using cryotome</a:t>
            </a:r>
            <a:endParaRPr lang="en-US" sz="2400" dirty="0"/>
          </a:p>
        </p:txBody>
      </p:sp>
      <p:pic>
        <p:nvPicPr>
          <p:cNvPr id="36" name="Image 30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9"/>
          <a:stretch>
            <a:fillRect/>
          </a:stretch>
        </p:blipFill>
        <p:spPr>
          <a:xfrm>
            <a:off x="4074645" y="4011970"/>
            <a:ext cx="1578864" cy="170688"/>
          </a:xfrm>
          <a:prstGeom prst="rect">
            <a:avLst/>
          </a:prstGeom>
        </p:spPr>
      </p:pic>
      <p:sp>
        <p:nvSpPr>
          <p:cNvPr id="37" name="Text 4"/>
          <p:cNvSpPr/>
          <p:nvPr/>
        </p:nvSpPr>
        <p:spPr>
          <a:xfrm>
            <a:off x="5918872" y="4218326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</a:t>
            </a:r>
            <a:r>
              <a:rPr lang="en-US" sz="2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ctr">
              <a:lnSpc>
                <a:spcPct val="80118"/>
              </a:lnSpc>
              <a:buNone/>
            </a:pPr>
            <a:r>
              <a:rPr lang="en-US" sz="2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magna</a:t>
            </a:r>
            <a:endParaRPr lang="en-US" sz="2400" dirty="0"/>
          </a:p>
        </p:txBody>
      </p:sp>
      <p:sp>
        <p:nvSpPr>
          <p:cNvPr id="38" name="Text 5"/>
          <p:cNvSpPr/>
          <p:nvPr/>
        </p:nvSpPr>
        <p:spPr>
          <a:xfrm>
            <a:off x="611403" y="4300081"/>
            <a:ext cx="3332819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using </a:t>
            </a:r>
          </a:p>
          <a:p>
            <a:pPr marL="0" indent="0" algn="ctr">
              <a:lnSpc>
                <a:spcPct val="80118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O-PTIR and ToF-SIMS</a:t>
            </a:r>
            <a:endParaRPr lang="en-US" sz="2400" dirty="0"/>
          </a:p>
        </p:txBody>
      </p:sp>
      <p:pic>
        <p:nvPicPr>
          <p:cNvPr id="42" name="Image 34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10"/>
          <a:stretch>
            <a:fillRect/>
          </a:stretch>
        </p:blipFill>
        <p:spPr>
          <a:xfrm>
            <a:off x="3621423" y="419024"/>
            <a:ext cx="438912" cy="484632"/>
          </a:xfrm>
          <a:prstGeom prst="rect">
            <a:avLst/>
          </a:prstGeom>
        </p:spPr>
      </p:pic>
      <p:pic>
        <p:nvPicPr>
          <p:cNvPr id="43" name="Image 35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11"/>
          <a:stretch>
            <a:fillRect/>
          </a:stretch>
        </p:blipFill>
        <p:spPr>
          <a:xfrm>
            <a:off x="4081281" y="708466"/>
            <a:ext cx="566928" cy="548640"/>
          </a:xfrm>
          <a:prstGeom prst="rect">
            <a:avLst/>
          </a:prstGeom>
        </p:spPr>
      </p:pic>
      <p:pic>
        <p:nvPicPr>
          <p:cNvPr id="44" name="Image 36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12"/>
          <a:stretch>
            <a:fillRect/>
          </a:stretch>
        </p:blipFill>
        <p:spPr>
          <a:xfrm>
            <a:off x="6870006" y="1543756"/>
            <a:ext cx="344424" cy="576072"/>
          </a:xfrm>
          <a:prstGeom prst="rect">
            <a:avLst/>
          </a:prstGeom>
        </p:spPr>
      </p:pic>
      <p:pic>
        <p:nvPicPr>
          <p:cNvPr id="45" name="Image 37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3"/>
          <a:stretch>
            <a:fillRect/>
          </a:stretch>
        </p:blipFill>
        <p:spPr>
          <a:xfrm>
            <a:off x="4431646" y="3117586"/>
            <a:ext cx="829056" cy="862584"/>
          </a:xfrm>
          <a:prstGeom prst="rect">
            <a:avLst/>
          </a:prstGeom>
        </p:spPr>
      </p:pic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140D165-A685-2987-0380-E2700CED958C}"/>
              </a:ext>
            </a:extLst>
          </p:cNvPr>
          <p:cNvGrpSpPr/>
          <p:nvPr/>
        </p:nvGrpSpPr>
        <p:grpSpPr>
          <a:xfrm>
            <a:off x="5412818" y="1040346"/>
            <a:ext cx="1308611" cy="996155"/>
            <a:chOff x="6982013" y="549591"/>
            <a:chExt cx="1308611" cy="99615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4A8B915-00B4-1795-8E9C-BB3ED455B2D5}"/>
                </a:ext>
              </a:extLst>
            </p:cNvPr>
            <p:cNvGrpSpPr/>
            <p:nvPr/>
          </p:nvGrpSpPr>
          <p:grpSpPr>
            <a:xfrm>
              <a:off x="6982013" y="549591"/>
              <a:ext cx="1226799" cy="973709"/>
              <a:chOff x="6982013" y="549591"/>
              <a:chExt cx="1226799" cy="973709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3279FFC-4CC9-69D1-CD7F-BFADA12F5758}"/>
                  </a:ext>
                </a:extLst>
              </p:cNvPr>
              <p:cNvGrpSpPr/>
              <p:nvPr/>
            </p:nvGrpSpPr>
            <p:grpSpPr>
              <a:xfrm>
                <a:off x="6982013" y="549591"/>
                <a:ext cx="838914" cy="598043"/>
                <a:chOff x="6982012" y="549591"/>
                <a:chExt cx="1452835" cy="1138348"/>
              </a:xfrm>
            </p:grpSpPr>
            <p:pic>
              <p:nvPicPr>
                <p:cNvPr id="17" name="Image 13" descr="preencoded.png"/>
                <p:cNvPicPr>
                  <a:picLocks noChangeAspect="1"/>
                </p:cNvPicPr>
                <p:nvPr>
                  <p:custDataLst>
                    <p:tags r:id="rId88"/>
                  </p:custDataLst>
                </p:nvPr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44482" y="1081387"/>
                  <a:ext cx="621792" cy="606552"/>
                </a:xfrm>
                <a:prstGeom prst="rect">
                  <a:avLst/>
                </a:prstGeom>
              </p:spPr>
            </p:pic>
            <p:pic>
              <p:nvPicPr>
                <p:cNvPr id="18" name="Image 14" descr="preencoded.png"/>
                <p:cNvPicPr>
                  <a:picLocks noChangeAspect="1"/>
                </p:cNvPicPr>
                <p:nvPr>
                  <p:custDataLst>
                    <p:tags r:id="rId89"/>
                  </p:custDataLst>
                </p:nvPr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13055" y="647244"/>
                  <a:ext cx="621792" cy="585216"/>
                </a:xfrm>
                <a:prstGeom prst="rect">
                  <a:avLst/>
                </a:prstGeom>
              </p:spPr>
            </p:pic>
            <p:pic>
              <p:nvPicPr>
                <p:cNvPr id="19" name="Image 15" descr="preencoded.png"/>
                <p:cNvPicPr>
                  <a:picLocks noChangeAspect="1"/>
                </p:cNvPicPr>
                <p:nvPr>
                  <p:custDataLst>
                    <p:tags r:id="rId90"/>
                  </p:custDataLst>
                </p:nvPr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82012" y="890165"/>
                  <a:ext cx="451104" cy="524256"/>
                </a:xfrm>
                <a:prstGeom prst="rect">
                  <a:avLst/>
                </a:prstGeom>
              </p:spPr>
            </p:pic>
            <p:pic>
              <p:nvPicPr>
                <p:cNvPr id="20" name="Image 16" descr="preencoded.png"/>
                <p:cNvPicPr>
                  <a:picLocks noChangeAspect="1"/>
                </p:cNvPicPr>
                <p:nvPr>
                  <p:custDataLst>
                    <p:tags r:id="rId91"/>
                  </p:custDataLst>
                </p:nvPr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45438" y="566592"/>
                  <a:ext cx="475488" cy="475488"/>
                </a:xfrm>
                <a:prstGeom prst="rect">
                  <a:avLst/>
                </a:prstGeom>
              </p:spPr>
            </p:pic>
            <p:pic>
              <p:nvPicPr>
                <p:cNvPr id="21" name="Image 17" descr="preencoded.png"/>
                <p:cNvPicPr>
                  <a:picLocks noChangeAspect="1"/>
                </p:cNvPicPr>
                <p:nvPr>
                  <p:custDataLst>
                    <p:tags r:id="rId92"/>
                  </p:custDataLst>
                </p:nvPr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87915" y="572227"/>
                  <a:ext cx="353568" cy="292608"/>
                </a:xfrm>
                <a:prstGeom prst="rect">
                  <a:avLst/>
                </a:prstGeom>
              </p:spPr>
            </p:pic>
            <p:pic>
              <p:nvPicPr>
                <p:cNvPr id="22" name="Image 18" descr="preencoded.png"/>
                <p:cNvPicPr>
                  <a:picLocks noChangeAspect="1"/>
                </p:cNvPicPr>
                <p:nvPr>
                  <p:custDataLst>
                    <p:tags r:id="rId93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62906" y="1086176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23" name="Image 19" descr="preencoded.png"/>
                <p:cNvPicPr>
                  <a:picLocks noChangeAspect="1"/>
                </p:cNvPicPr>
                <p:nvPr>
                  <p:custDataLst>
                    <p:tags r:id="rId94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79181" y="1308925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24" name="Image 20" descr="preencoded.png"/>
                <p:cNvPicPr>
                  <a:picLocks noChangeAspect="1"/>
                </p:cNvPicPr>
                <p:nvPr>
                  <p:custDataLst>
                    <p:tags r:id="rId95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01930" y="140189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25" name="Image 21" descr="preencoded.png"/>
                <p:cNvPicPr>
                  <a:picLocks noChangeAspect="1"/>
                </p:cNvPicPr>
                <p:nvPr>
                  <p:custDataLst>
                    <p:tags r:id="rId96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97358" y="937062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26" name="Image 22" descr="preencoded.png"/>
                <p:cNvPicPr>
                  <a:picLocks noChangeAspect="1"/>
                </p:cNvPicPr>
                <p:nvPr>
                  <p:custDataLst>
                    <p:tags r:id="rId97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29214" y="907090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27" name="Image 23" descr="preencoded.png"/>
                <p:cNvPicPr>
                  <a:picLocks noChangeAspect="1"/>
                </p:cNvPicPr>
                <p:nvPr>
                  <p:custDataLst>
                    <p:tags r:id="rId98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75546" y="71318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28" name="Image 24" descr="preencoded.png"/>
                <p:cNvPicPr>
                  <a:picLocks noChangeAspect="1"/>
                </p:cNvPicPr>
                <p:nvPr>
                  <p:custDataLst>
                    <p:tags r:id="rId99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55889" y="79477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29" name="Image 25" descr="preencoded.png"/>
                <p:cNvPicPr>
                  <a:picLocks noChangeAspect="1"/>
                </p:cNvPicPr>
                <p:nvPr>
                  <p:custDataLst>
                    <p:tags r:id="rId100"/>
                  </p:custDataLst>
                </p:nvPr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40565" y="549591"/>
                  <a:ext cx="213360" cy="249936"/>
                </a:xfrm>
                <a:prstGeom prst="rect">
                  <a:avLst/>
                </a:prstGeom>
              </p:spPr>
            </p:pic>
            <p:pic>
              <p:nvPicPr>
                <p:cNvPr id="30" name="Image 26" descr="preencoded.png"/>
                <p:cNvPicPr>
                  <a:picLocks noChangeAspect="1"/>
                </p:cNvPicPr>
                <p:nvPr>
                  <p:custDataLst>
                    <p:tags r:id="rId101"/>
                  </p:custDataLst>
                </p:nvPr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76064" y="672163"/>
                  <a:ext cx="277368" cy="249936"/>
                </a:xfrm>
                <a:prstGeom prst="rect">
                  <a:avLst/>
                </a:prstGeom>
              </p:spPr>
            </p:pic>
            <p:pic>
              <p:nvPicPr>
                <p:cNvPr id="31" name="Image 27" descr="preencoded.png"/>
                <p:cNvPicPr>
                  <a:picLocks noChangeAspect="1"/>
                </p:cNvPicPr>
                <p:nvPr>
                  <p:custDataLst>
                    <p:tags r:id="rId102"/>
                  </p:custDataLst>
                </p:nvPr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97270" y="1147634"/>
                  <a:ext cx="277368" cy="249936"/>
                </a:xfrm>
                <a:prstGeom prst="rect">
                  <a:avLst/>
                </a:prstGeom>
              </p:spPr>
            </p:pic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427D777F-6EF0-E060-7B03-B0CA97B7D598}"/>
                  </a:ext>
                </a:extLst>
              </p:cNvPr>
              <p:cNvGrpSpPr/>
              <p:nvPr/>
            </p:nvGrpSpPr>
            <p:grpSpPr>
              <a:xfrm rot="5400000">
                <a:off x="7490334" y="804821"/>
                <a:ext cx="838914" cy="598043"/>
                <a:chOff x="6982012" y="549591"/>
                <a:chExt cx="1452835" cy="1138348"/>
              </a:xfrm>
            </p:grpSpPr>
            <p:pic>
              <p:nvPicPr>
                <p:cNvPr id="48" name="Image 13" descr="preencoded.png">
                  <a:extLst>
                    <a:ext uri="{FF2B5EF4-FFF2-40B4-BE49-F238E27FC236}">
                      <a16:creationId xmlns:a16="http://schemas.microsoft.com/office/drawing/2014/main" id="{5AFC3E2E-8705-6218-1AD3-0DCCDB7AB46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3"/>
                  </p:custDataLst>
                </p:nvPr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44482" y="1081387"/>
                  <a:ext cx="621792" cy="606552"/>
                </a:xfrm>
                <a:prstGeom prst="rect">
                  <a:avLst/>
                </a:prstGeom>
              </p:spPr>
            </p:pic>
            <p:pic>
              <p:nvPicPr>
                <p:cNvPr id="49" name="Image 14" descr="preencoded.png">
                  <a:extLst>
                    <a:ext uri="{FF2B5EF4-FFF2-40B4-BE49-F238E27FC236}">
                      <a16:creationId xmlns:a16="http://schemas.microsoft.com/office/drawing/2014/main" id="{B55B9FF5-00B6-D84B-EF4F-1DF256A2F4F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4"/>
                  </p:custDataLst>
                </p:nvPr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13055" y="647244"/>
                  <a:ext cx="621792" cy="585216"/>
                </a:xfrm>
                <a:prstGeom prst="rect">
                  <a:avLst/>
                </a:prstGeom>
              </p:spPr>
            </p:pic>
            <p:pic>
              <p:nvPicPr>
                <p:cNvPr id="50" name="Image 15" descr="preencoded.png">
                  <a:extLst>
                    <a:ext uri="{FF2B5EF4-FFF2-40B4-BE49-F238E27FC236}">
                      <a16:creationId xmlns:a16="http://schemas.microsoft.com/office/drawing/2014/main" id="{DF9B9496-F67D-F1EA-DF14-54CBC942D823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5"/>
                  </p:custDataLst>
                </p:nvPr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82012" y="890165"/>
                  <a:ext cx="451104" cy="524256"/>
                </a:xfrm>
                <a:prstGeom prst="rect">
                  <a:avLst/>
                </a:prstGeom>
              </p:spPr>
            </p:pic>
            <p:pic>
              <p:nvPicPr>
                <p:cNvPr id="51" name="Image 16" descr="preencoded.png">
                  <a:extLst>
                    <a:ext uri="{FF2B5EF4-FFF2-40B4-BE49-F238E27FC236}">
                      <a16:creationId xmlns:a16="http://schemas.microsoft.com/office/drawing/2014/main" id="{AD3E489E-B1C2-5B22-F8D9-A50BD784AA3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6"/>
                  </p:custDataLst>
                </p:nvPr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45438" y="566592"/>
                  <a:ext cx="475488" cy="475488"/>
                </a:xfrm>
                <a:prstGeom prst="rect">
                  <a:avLst/>
                </a:prstGeom>
              </p:spPr>
            </p:pic>
            <p:pic>
              <p:nvPicPr>
                <p:cNvPr id="52" name="Image 17" descr="preencoded.png">
                  <a:extLst>
                    <a:ext uri="{FF2B5EF4-FFF2-40B4-BE49-F238E27FC236}">
                      <a16:creationId xmlns:a16="http://schemas.microsoft.com/office/drawing/2014/main" id="{CE59C4E7-81A6-1AC5-2C16-316A024D3DFA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7"/>
                  </p:custDataLst>
                </p:nvPr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87915" y="572227"/>
                  <a:ext cx="353568" cy="292608"/>
                </a:xfrm>
                <a:prstGeom prst="rect">
                  <a:avLst/>
                </a:prstGeom>
              </p:spPr>
            </p:pic>
            <p:pic>
              <p:nvPicPr>
                <p:cNvPr id="53" name="Image 18" descr="preencoded.png">
                  <a:extLst>
                    <a:ext uri="{FF2B5EF4-FFF2-40B4-BE49-F238E27FC236}">
                      <a16:creationId xmlns:a16="http://schemas.microsoft.com/office/drawing/2014/main" id="{FD084C15-1EE6-7547-51F1-80A79E92020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8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62906" y="1086176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54" name="Image 19" descr="preencoded.png">
                  <a:extLst>
                    <a:ext uri="{FF2B5EF4-FFF2-40B4-BE49-F238E27FC236}">
                      <a16:creationId xmlns:a16="http://schemas.microsoft.com/office/drawing/2014/main" id="{F7C423E5-CADD-A320-F178-51C59A7E643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9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79181" y="1308925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55" name="Image 20" descr="preencoded.png">
                  <a:extLst>
                    <a:ext uri="{FF2B5EF4-FFF2-40B4-BE49-F238E27FC236}">
                      <a16:creationId xmlns:a16="http://schemas.microsoft.com/office/drawing/2014/main" id="{17891020-5CE6-E0BD-1501-5C3E0811BF62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0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01930" y="140189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56" name="Image 21" descr="preencoded.png">
                  <a:extLst>
                    <a:ext uri="{FF2B5EF4-FFF2-40B4-BE49-F238E27FC236}">
                      <a16:creationId xmlns:a16="http://schemas.microsoft.com/office/drawing/2014/main" id="{EBDFBCF3-A4FD-092A-5758-B7CFB548CE42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1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97358" y="937062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57" name="Image 22" descr="preencoded.png">
                  <a:extLst>
                    <a:ext uri="{FF2B5EF4-FFF2-40B4-BE49-F238E27FC236}">
                      <a16:creationId xmlns:a16="http://schemas.microsoft.com/office/drawing/2014/main" id="{6ED2D054-EDF3-CA95-258C-A4C9DBAA6FF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2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29214" y="907090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58" name="Image 23" descr="preencoded.png">
                  <a:extLst>
                    <a:ext uri="{FF2B5EF4-FFF2-40B4-BE49-F238E27FC236}">
                      <a16:creationId xmlns:a16="http://schemas.microsoft.com/office/drawing/2014/main" id="{F420AD97-D58B-98E3-DB26-888E4B80701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3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75546" y="71318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59" name="Image 24" descr="preencoded.png">
                  <a:extLst>
                    <a:ext uri="{FF2B5EF4-FFF2-40B4-BE49-F238E27FC236}">
                      <a16:creationId xmlns:a16="http://schemas.microsoft.com/office/drawing/2014/main" id="{0D5E86FD-AA1A-66ED-4671-4889FE45A44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4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55889" y="79477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60" name="Image 25" descr="preencoded.png">
                  <a:extLst>
                    <a:ext uri="{FF2B5EF4-FFF2-40B4-BE49-F238E27FC236}">
                      <a16:creationId xmlns:a16="http://schemas.microsoft.com/office/drawing/2014/main" id="{8887BB5B-9703-ADF3-01B0-5E8AE173429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5"/>
                  </p:custDataLst>
                </p:nvPr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40565" y="549591"/>
                  <a:ext cx="213360" cy="249936"/>
                </a:xfrm>
                <a:prstGeom prst="rect">
                  <a:avLst/>
                </a:prstGeom>
              </p:spPr>
            </p:pic>
            <p:pic>
              <p:nvPicPr>
                <p:cNvPr id="61" name="Image 26" descr="preencoded.png">
                  <a:extLst>
                    <a:ext uri="{FF2B5EF4-FFF2-40B4-BE49-F238E27FC236}">
                      <a16:creationId xmlns:a16="http://schemas.microsoft.com/office/drawing/2014/main" id="{9D2AA9DC-6789-039E-1017-1B74429D78C3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6"/>
                  </p:custDataLst>
                </p:nvPr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76064" y="672163"/>
                  <a:ext cx="277368" cy="249936"/>
                </a:xfrm>
                <a:prstGeom prst="rect">
                  <a:avLst/>
                </a:prstGeom>
              </p:spPr>
            </p:pic>
            <p:pic>
              <p:nvPicPr>
                <p:cNvPr id="62" name="Image 27" descr="preencoded.png">
                  <a:extLst>
                    <a:ext uri="{FF2B5EF4-FFF2-40B4-BE49-F238E27FC236}">
                      <a16:creationId xmlns:a16="http://schemas.microsoft.com/office/drawing/2014/main" id="{0EADAE72-DF4F-241B-0D63-DAB77319982D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7"/>
                  </p:custDataLst>
                </p:nvPr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97270" y="1147634"/>
                  <a:ext cx="277368" cy="249936"/>
                </a:xfrm>
                <a:prstGeom prst="rect">
                  <a:avLst/>
                </a:prstGeom>
              </p:spPr>
            </p:pic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BE0754BC-2353-D655-5099-6D1B8FE10343}"/>
                  </a:ext>
                </a:extLst>
              </p:cNvPr>
              <p:cNvGrpSpPr/>
              <p:nvPr/>
            </p:nvGrpSpPr>
            <p:grpSpPr>
              <a:xfrm rot="1488042">
                <a:off x="7156334" y="634800"/>
                <a:ext cx="838914" cy="598043"/>
                <a:chOff x="6982012" y="549591"/>
                <a:chExt cx="1452835" cy="1138348"/>
              </a:xfrm>
            </p:grpSpPr>
            <p:pic>
              <p:nvPicPr>
                <p:cNvPr id="64" name="Image 13" descr="preencoded.png">
                  <a:extLst>
                    <a:ext uri="{FF2B5EF4-FFF2-40B4-BE49-F238E27FC236}">
                      <a16:creationId xmlns:a16="http://schemas.microsoft.com/office/drawing/2014/main" id="{76218E9D-61E3-5FAA-88BB-D142844B562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8"/>
                  </p:custDataLst>
                </p:nvPr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44482" y="1081387"/>
                  <a:ext cx="621792" cy="606552"/>
                </a:xfrm>
                <a:prstGeom prst="rect">
                  <a:avLst/>
                </a:prstGeom>
              </p:spPr>
            </p:pic>
            <p:pic>
              <p:nvPicPr>
                <p:cNvPr id="65" name="Image 14" descr="preencoded.png">
                  <a:extLst>
                    <a:ext uri="{FF2B5EF4-FFF2-40B4-BE49-F238E27FC236}">
                      <a16:creationId xmlns:a16="http://schemas.microsoft.com/office/drawing/2014/main" id="{495ADBA8-B414-5C9B-8DE1-9377A71D8A6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9"/>
                  </p:custDataLst>
                </p:nvPr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13055" y="647244"/>
                  <a:ext cx="621792" cy="585216"/>
                </a:xfrm>
                <a:prstGeom prst="rect">
                  <a:avLst/>
                </a:prstGeom>
              </p:spPr>
            </p:pic>
            <p:pic>
              <p:nvPicPr>
                <p:cNvPr id="66" name="Image 15" descr="preencoded.png">
                  <a:extLst>
                    <a:ext uri="{FF2B5EF4-FFF2-40B4-BE49-F238E27FC236}">
                      <a16:creationId xmlns:a16="http://schemas.microsoft.com/office/drawing/2014/main" id="{A18A090E-7241-64BF-83DD-B2BD18C8304B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0"/>
                  </p:custDataLst>
                </p:nvPr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82012" y="890165"/>
                  <a:ext cx="451104" cy="524256"/>
                </a:xfrm>
                <a:prstGeom prst="rect">
                  <a:avLst/>
                </a:prstGeom>
              </p:spPr>
            </p:pic>
            <p:pic>
              <p:nvPicPr>
                <p:cNvPr id="67" name="Image 16" descr="preencoded.png">
                  <a:extLst>
                    <a:ext uri="{FF2B5EF4-FFF2-40B4-BE49-F238E27FC236}">
                      <a16:creationId xmlns:a16="http://schemas.microsoft.com/office/drawing/2014/main" id="{2FE4B528-5DDD-C2A2-9E50-E90489C5277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1"/>
                  </p:custDataLst>
                </p:nvPr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45438" y="566592"/>
                  <a:ext cx="475488" cy="475488"/>
                </a:xfrm>
                <a:prstGeom prst="rect">
                  <a:avLst/>
                </a:prstGeom>
              </p:spPr>
            </p:pic>
            <p:pic>
              <p:nvPicPr>
                <p:cNvPr id="68" name="Image 17" descr="preencoded.png">
                  <a:extLst>
                    <a:ext uri="{FF2B5EF4-FFF2-40B4-BE49-F238E27FC236}">
                      <a16:creationId xmlns:a16="http://schemas.microsoft.com/office/drawing/2014/main" id="{77B0BA40-14D1-DAC2-6DFF-9106753D2CFA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2"/>
                  </p:custDataLst>
                </p:nvPr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87915" y="572227"/>
                  <a:ext cx="353568" cy="292608"/>
                </a:xfrm>
                <a:prstGeom prst="rect">
                  <a:avLst/>
                </a:prstGeom>
              </p:spPr>
            </p:pic>
            <p:pic>
              <p:nvPicPr>
                <p:cNvPr id="69" name="Image 18" descr="preencoded.png">
                  <a:extLst>
                    <a:ext uri="{FF2B5EF4-FFF2-40B4-BE49-F238E27FC236}">
                      <a16:creationId xmlns:a16="http://schemas.microsoft.com/office/drawing/2014/main" id="{556E46A4-13EF-F624-E4A2-38FB9C887CE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3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62906" y="1086176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70" name="Image 19" descr="preencoded.png">
                  <a:extLst>
                    <a:ext uri="{FF2B5EF4-FFF2-40B4-BE49-F238E27FC236}">
                      <a16:creationId xmlns:a16="http://schemas.microsoft.com/office/drawing/2014/main" id="{A5515981-A06F-C346-641A-70A4022B4BF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4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79181" y="1308925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71" name="Image 20" descr="preencoded.png">
                  <a:extLst>
                    <a:ext uri="{FF2B5EF4-FFF2-40B4-BE49-F238E27FC236}">
                      <a16:creationId xmlns:a16="http://schemas.microsoft.com/office/drawing/2014/main" id="{31C660E0-D622-AC85-C0F2-521EF3A08B6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5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01930" y="140189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72" name="Image 21" descr="preencoded.png">
                  <a:extLst>
                    <a:ext uri="{FF2B5EF4-FFF2-40B4-BE49-F238E27FC236}">
                      <a16:creationId xmlns:a16="http://schemas.microsoft.com/office/drawing/2014/main" id="{4068BE02-2361-F8B1-B0FF-A36A445CE65D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6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97358" y="937062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73" name="Image 22" descr="preencoded.png">
                  <a:extLst>
                    <a:ext uri="{FF2B5EF4-FFF2-40B4-BE49-F238E27FC236}">
                      <a16:creationId xmlns:a16="http://schemas.microsoft.com/office/drawing/2014/main" id="{4A4615C5-2A58-2D78-3CE2-7FF51677CF0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7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29214" y="907090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74" name="Image 23" descr="preencoded.png">
                  <a:extLst>
                    <a:ext uri="{FF2B5EF4-FFF2-40B4-BE49-F238E27FC236}">
                      <a16:creationId xmlns:a16="http://schemas.microsoft.com/office/drawing/2014/main" id="{7160D4F0-4FCB-6B99-C850-50712FAFC85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8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75546" y="71318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75" name="Image 24" descr="preencoded.png">
                  <a:extLst>
                    <a:ext uri="{FF2B5EF4-FFF2-40B4-BE49-F238E27FC236}">
                      <a16:creationId xmlns:a16="http://schemas.microsoft.com/office/drawing/2014/main" id="{82B1D5C8-54F8-057A-FF92-792C92D5164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69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55889" y="79477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76" name="Image 25" descr="preencoded.png">
                  <a:extLst>
                    <a:ext uri="{FF2B5EF4-FFF2-40B4-BE49-F238E27FC236}">
                      <a16:creationId xmlns:a16="http://schemas.microsoft.com/office/drawing/2014/main" id="{C477DCE0-EC5D-2BDB-9696-A0A977AF3C1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0"/>
                  </p:custDataLst>
                </p:nvPr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40565" y="549591"/>
                  <a:ext cx="213360" cy="249936"/>
                </a:xfrm>
                <a:prstGeom prst="rect">
                  <a:avLst/>
                </a:prstGeom>
              </p:spPr>
            </p:pic>
            <p:pic>
              <p:nvPicPr>
                <p:cNvPr id="77" name="Image 26" descr="preencoded.png">
                  <a:extLst>
                    <a:ext uri="{FF2B5EF4-FFF2-40B4-BE49-F238E27FC236}">
                      <a16:creationId xmlns:a16="http://schemas.microsoft.com/office/drawing/2014/main" id="{8A2927A8-CD4B-A48F-FF0D-B5321415427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1"/>
                  </p:custDataLst>
                </p:nvPr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76064" y="672163"/>
                  <a:ext cx="277368" cy="249936"/>
                </a:xfrm>
                <a:prstGeom prst="rect">
                  <a:avLst/>
                </a:prstGeom>
              </p:spPr>
            </p:pic>
            <p:pic>
              <p:nvPicPr>
                <p:cNvPr id="78" name="Image 27" descr="preencoded.png">
                  <a:extLst>
                    <a:ext uri="{FF2B5EF4-FFF2-40B4-BE49-F238E27FC236}">
                      <a16:creationId xmlns:a16="http://schemas.microsoft.com/office/drawing/2014/main" id="{558B070D-20C0-BF34-6C61-4EC7896348F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72"/>
                  </p:custDataLst>
                </p:nvPr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97270" y="1147634"/>
                  <a:ext cx="277368" cy="24993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9DCF8BA-0D22-3550-ADC1-E799FB0C8A1E}"/>
                </a:ext>
              </a:extLst>
            </p:cNvPr>
            <p:cNvGrpSpPr/>
            <p:nvPr/>
          </p:nvGrpSpPr>
          <p:grpSpPr>
            <a:xfrm rot="8474429">
              <a:off x="7063825" y="572037"/>
              <a:ext cx="1226799" cy="973709"/>
              <a:chOff x="6982013" y="549591"/>
              <a:chExt cx="1226799" cy="973709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A01B8015-ECA5-E3E4-29C7-2C0BD92A7983}"/>
                  </a:ext>
                </a:extLst>
              </p:cNvPr>
              <p:cNvGrpSpPr/>
              <p:nvPr/>
            </p:nvGrpSpPr>
            <p:grpSpPr>
              <a:xfrm>
                <a:off x="6982013" y="549591"/>
                <a:ext cx="838914" cy="598043"/>
                <a:chOff x="6982012" y="549591"/>
                <a:chExt cx="1452835" cy="1138348"/>
              </a:xfrm>
            </p:grpSpPr>
            <p:pic>
              <p:nvPicPr>
                <p:cNvPr id="114" name="Image 13" descr="preencoded.png">
                  <a:extLst>
                    <a:ext uri="{FF2B5EF4-FFF2-40B4-BE49-F238E27FC236}">
                      <a16:creationId xmlns:a16="http://schemas.microsoft.com/office/drawing/2014/main" id="{0358C373-CC13-D03E-5FA7-0664173DFD5A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3"/>
                  </p:custDataLst>
                </p:nvPr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44482" y="1081387"/>
                  <a:ext cx="621792" cy="606552"/>
                </a:xfrm>
                <a:prstGeom prst="rect">
                  <a:avLst/>
                </a:prstGeom>
              </p:spPr>
            </p:pic>
            <p:pic>
              <p:nvPicPr>
                <p:cNvPr id="115" name="Image 14" descr="preencoded.png">
                  <a:extLst>
                    <a:ext uri="{FF2B5EF4-FFF2-40B4-BE49-F238E27FC236}">
                      <a16:creationId xmlns:a16="http://schemas.microsoft.com/office/drawing/2014/main" id="{FC018CE2-C827-A442-ED6F-830925DBF43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4"/>
                  </p:custDataLst>
                </p:nvPr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13055" y="647244"/>
                  <a:ext cx="621792" cy="585216"/>
                </a:xfrm>
                <a:prstGeom prst="rect">
                  <a:avLst/>
                </a:prstGeom>
              </p:spPr>
            </p:pic>
            <p:pic>
              <p:nvPicPr>
                <p:cNvPr id="116" name="Image 15" descr="preencoded.png">
                  <a:extLst>
                    <a:ext uri="{FF2B5EF4-FFF2-40B4-BE49-F238E27FC236}">
                      <a16:creationId xmlns:a16="http://schemas.microsoft.com/office/drawing/2014/main" id="{60C8BD17-B09F-E581-4520-607EE68B649D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5"/>
                  </p:custDataLst>
                </p:nvPr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82012" y="890165"/>
                  <a:ext cx="451104" cy="524256"/>
                </a:xfrm>
                <a:prstGeom prst="rect">
                  <a:avLst/>
                </a:prstGeom>
              </p:spPr>
            </p:pic>
            <p:pic>
              <p:nvPicPr>
                <p:cNvPr id="117" name="Image 16" descr="preencoded.png">
                  <a:extLst>
                    <a:ext uri="{FF2B5EF4-FFF2-40B4-BE49-F238E27FC236}">
                      <a16:creationId xmlns:a16="http://schemas.microsoft.com/office/drawing/2014/main" id="{5C814C27-D2D5-64A9-2DCC-EF390EF97FC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6"/>
                  </p:custDataLst>
                </p:nvPr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45438" y="566592"/>
                  <a:ext cx="475488" cy="475488"/>
                </a:xfrm>
                <a:prstGeom prst="rect">
                  <a:avLst/>
                </a:prstGeom>
              </p:spPr>
            </p:pic>
            <p:pic>
              <p:nvPicPr>
                <p:cNvPr id="118" name="Image 17" descr="preencoded.png">
                  <a:extLst>
                    <a:ext uri="{FF2B5EF4-FFF2-40B4-BE49-F238E27FC236}">
                      <a16:creationId xmlns:a16="http://schemas.microsoft.com/office/drawing/2014/main" id="{242CE7E7-4D2B-650D-3BB6-826D91925D42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7"/>
                  </p:custDataLst>
                </p:nvPr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87915" y="572227"/>
                  <a:ext cx="353568" cy="292608"/>
                </a:xfrm>
                <a:prstGeom prst="rect">
                  <a:avLst/>
                </a:prstGeom>
              </p:spPr>
            </p:pic>
            <p:pic>
              <p:nvPicPr>
                <p:cNvPr id="119" name="Image 18" descr="preencoded.png">
                  <a:extLst>
                    <a:ext uri="{FF2B5EF4-FFF2-40B4-BE49-F238E27FC236}">
                      <a16:creationId xmlns:a16="http://schemas.microsoft.com/office/drawing/2014/main" id="{689B1E86-693E-1D4B-E294-3E859E9F6F3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8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62906" y="1086176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20" name="Image 19" descr="preencoded.png">
                  <a:extLst>
                    <a:ext uri="{FF2B5EF4-FFF2-40B4-BE49-F238E27FC236}">
                      <a16:creationId xmlns:a16="http://schemas.microsoft.com/office/drawing/2014/main" id="{40C7EA35-AE55-3815-F91B-3B1049E03AC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9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79181" y="1308925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21" name="Image 20" descr="preencoded.png">
                  <a:extLst>
                    <a:ext uri="{FF2B5EF4-FFF2-40B4-BE49-F238E27FC236}">
                      <a16:creationId xmlns:a16="http://schemas.microsoft.com/office/drawing/2014/main" id="{3A9D77EE-3831-0F37-382F-A33A95681DC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0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01930" y="140189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22" name="Image 21" descr="preencoded.png">
                  <a:extLst>
                    <a:ext uri="{FF2B5EF4-FFF2-40B4-BE49-F238E27FC236}">
                      <a16:creationId xmlns:a16="http://schemas.microsoft.com/office/drawing/2014/main" id="{891241FB-0598-3803-0130-F10E039E1422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1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97358" y="937062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23" name="Image 22" descr="preencoded.png">
                  <a:extLst>
                    <a:ext uri="{FF2B5EF4-FFF2-40B4-BE49-F238E27FC236}">
                      <a16:creationId xmlns:a16="http://schemas.microsoft.com/office/drawing/2014/main" id="{7E90F18A-BF21-F7AF-C6C0-D27B36D5228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2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29214" y="907090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24" name="Image 23" descr="preencoded.png">
                  <a:extLst>
                    <a:ext uri="{FF2B5EF4-FFF2-40B4-BE49-F238E27FC236}">
                      <a16:creationId xmlns:a16="http://schemas.microsoft.com/office/drawing/2014/main" id="{ACF79A4A-EDDF-FF1D-7A4A-81B66CA3CB7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3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75546" y="71318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25" name="Image 24" descr="preencoded.png">
                  <a:extLst>
                    <a:ext uri="{FF2B5EF4-FFF2-40B4-BE49-F238E27FC236}">
                      <a16:creationId xmlns:a16="http://schemas.microsoft.com/office/drawing/2014/main" id="{5D7E5279-DF39-B6AF-A2CA-35AB78CFA6D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4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55889" y="79477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26" name="Image 25" descr="preencoded.png">
                  <a:extLst>
                    <a:ext uri="{FF2B5EF4-FFF2-40B4-BE49-F238E27FC236}">
                      <a16:creationId xmlns:a16="http://schemas.microsoft.com/office/drawing/2014/main" id="{83B8F8F4-DD69-8E6D-94B2-18B37E565273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5"/>
                  </p:custDataLst>
                </p:nvPr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40565" y="549591"/>
                  <a:ext cx="213360" cy="249936"/>
                </a:xfrm>
                <a:prstGeom prst="rect">
                  <a:avLst/>
                </a:prstGeom>
              </p:spPr>
            </p:pic>
            <p:pic>
              <p:nvPicPr>
                <p:cNvPr id="127" name="Image 26" descr="preencoded.png">
                  <a:extLst>
                    <a:ext uri="{FF2B5EF4-FFF2-40B4-BE49-F238E27FC236}">
                      <a16:creationId xmlns:a16="http://schemas.microsoft.com/office/drawing/2014/main" id="{17E62A3B-3D55-D757-1D4D-37027034A1E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6"/>
                  </p:custDataLst>
                </p:nvPr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76064" y="672163"/>
                  <a:ext cx="277368" cy="249936"/>
                </a:xfrm>
                <a:prstGeom prst="rect">
                  <a:avLst/>
                </a:prstGeom>
              </p:spPr>
            </p:pic>
            <p:pic>
              <p:nvPicPr>
                <p:cNvPr id="128" name="Image 27" descr="preencoded.png">
                  <a:extLst>
                    <a:ext uri="{FF2B5EF4-FFF2-40B4-BE49-F238E27FC236}">
                      <a16:creationId xmlns:a16="http://schemas.microsoft.com/office/drawing/2014/main" id="{49C4450B-7EBA-F5C0-8309-EE07DB6A3AE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7"/>
                  </p:custDataLst>
                </p:nvPr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97270" y="1147634"/>
                  <a:ext cx="277368" cy="249936"/>
                </a:xfrm>
                <a:prstGeom prst="rect">
                  <a:avLst/>
                </a:prstGeom>
              </p:spPr>
            </p:pic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26B341A4-FDE3-99AA-3D52-2839753694A6}"/>
                  </a:ext>
                </a:extLst>
              </p:cNvPr>
              <p:cNvGrpSpPr/>
              <p:nvPr/>
            </p:nvGrpSpPr>
            <p:grpSpPr>
              <a:xfrm rot="5400000">
                <a:off x="7490334" y="804821"/>
                <a:ext cx="838914" cy="598043"/>
                <a:chOff x="6982012" y="549591"/>
                <a:chExt cx="1452835" cy="1138348"/>
              </a:xfrm>
            </p:grpSpPr>
            <p:pic>
              <p:nvPicPr>
                <p:cNvPr id="99" name="Image 13" descr="preencoded.png">
                  <a:extLst>
                    <a:ext uri="{FF2B5EF4-FFF2-40B4-BE49-F238E27FC236}">
                      <a16:creationId xmlns:a16="http://schemas.microsoft.com/office/drawing/2014/main" id="{AB6CD065-959D-8926-9B10-AC69BCE5C76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8"/>
                  </p:custDataLst>
                </p:nvPr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44482" y="1081387"/>
                  <a:ext cx="621792" cy="606552"/>
                </a:xfrm>
                <a:prstGeom prst="rect">
                  <a:avLst/>
                </a:prstGeom>
              </p:spPr>
            </p:pic>
            <p:pic>
              <p:nvPicPr>
                <p:cNvPr id="100" name="Image 14" descr="preencoded.png">
                  <a:extLst>
                    <a:ext uri="{FF2B5EF4-FFF2-40B4-BE49-F238E27FC236}">
                      <a16:creationId xmlns:a16="http://schemas.microsoft.com/office/drawing/2014/main" id="{3C4A5361-DAD8-2CDB-F1F9-C5415A897612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9"/>
                  </p:custDataLst>
                </p:nvPr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13055" y="647244"/>
                  <a:ext cx="621792" cy="585216"/>
                </a:xfrm>
                <a:prstGeom prst="rect">
                  <a:avLst/>
                </a:prstGeom>
              </p:spPr>
            </p:pic>
            <p:pic>
              <p:nvPicPr>
                <p:cNvPr id="101" name="Image 15" descr="preencoded.png">
                  <a:extLst>
                    <a:ext uri="{FF2B5EF4-FFF2-40B4-BE49-F238E27FC236}">
                      <a16:creationId xmlns:a16="http://schemas.microsoft.com/office/drawing/2014/main" id="{2E7A65D7-0813-F7F8-0364-4CE4A6989ACA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0"/>
                  </p:custDataLst>
                </p:nvPr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82012" y="890165"/>
                  <a:ext cx="451104" cy="524256"/>
                </a:xfrm>
                <a:prstGeom prst="rect">
                  <a:avLst/>
                </a:prstGeom>
              </p:spPr>
            </p:pic>
            <p:pic>
              <p:nvPicPr>
                <p:cNvPr id="102" name="Image 16" descr="preencoded.png">
                  <a:extLst>
                    <a:ext uri="{FF2B5EF4-FFF2-40B4-BE49-F238E27FC236}">
                      <a16:creationId xmlns:a16="http://schemas.microsoft.com/office/drawing/2014/main" id="{DFD24F6D-9F4E-10CB-CEA7-7E97708BAF2D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1"/>
                  </p:custDataLst>
                </p:nvPr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45438" y="566592"/>
                  <a:ext cx="475488" cy="475488"/>
                </a:xfrm>
                <a:prstGeom prst="rect">
                  <a:avLst/>
                </a:prstGeom>
              </p:spPr>
            </p:pic>
            <p:pic>
              <p:nvPicPr>
                <p:cNvPr id="103" name="Image 17" descr="preencoded.png">
                  <a:extLst>
                    <a:ext uri="{FF2B5EF4-FFF2-40B4-BE49-F238E27FC236}">
                      <a16:creationId xmlns:a16="http://schemas.microsoft.com/office/drawing/2014/main" id="{4D05D746-4BAE-A2D4-1B56-6B3257F742B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2"/>
                  </p:custDataLst>
                </p:nvPr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87915" y="572227"/>
                  <a:ext cx="353568" cy="292608"/>
                </a:xfrm>
                <a:prstGeom prst="rect">
                  <a:avLst/>
                </a:prstGeom>
              </p:spPr>
            </p:pic>
            <p:pic>
              <p:nvPicPr>
                <p:cNvPr id="104" name="Image 18" descr="preencoded.png">
                  <a:extLst>
                    <a:ext uri="{FF2B5EF4-FFF2-40B4-BE49-F238E27FC236}">
                      <a16:creationId xmlns:a16="http://schemas.microsoft.com/office/drawing/2014/main" id="{F8A7FA30-4BBC-67AC-91FC-EDEC4C4F017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3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62906" y="1086176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05" name="Image 19" descr="preencoded.png">
                  <a:extLst>
                    <a:ext uri="{FF2B5EF4-FFF2-40B4-BE49-F238E27FC236}">
                      <a16:creationId xmlns:a16="http://schemas.microsoft.com/office/drawing/2014/main" id="{783783D2-6AE6-AA72-5CBF-5E2711E864D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4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79181" y="1308925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06" name="Image 20" descr="preencoded.png">
                  <a:extLst>
                    <a:ext uri="{FF2B5EF4-FFF2-40B4-BE49-F238E27FC236}">
                      <a16:creationId xmlns:a16="http://schemas.microsoft.com/office/drawing/2014/main" id="{93FD4873-E76B-9978-D0E6-D1A3C4126DCB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5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01930" y="140189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07" name="Image 21" descr="preencoded.png">
                  <a:extLst>
                    <a:ext uri="{FF2B5EF4-FFF2-40B4-BE49-F238E27FC236}">
                      <a16:creationId xmlns:a16="http://schemas.microsoft.com/office/drawing/2014/main" id="{5504F09C-4D36-772F-7E52-51FA53C2CDD0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6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97358" y="937062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08" name="Image 22" descr="preencoded.png">
                  <a:extLst>
                    <a:ext uri="{FF2B5EF4-FFF2-40B4-BE49-F238E27FC236}">
                      <a16:creationId xmlns:a16="http://schemas.microsoft.com/office/drawing/2014/main" id="{E006255C-DED9-A443-99AD-D4569F1480F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7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29214" y="907090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09" name="Image 23" descr="preencoded.png">
                  <a:extLst>
                    <a:ext uri="{FF2B5EF4-FFF2-40B4-BE49-F238E27FC236}">
                      <a16:creationId xmlns:a16="http://schemas.microsoft.com/office/drawing/2014/main" id="{1959ED42-9BF8-911E-AAA2-D3CCFE31411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8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75546" y="71318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10" name="Image 24" descr="preencoded.png">
                  <a:extLst>
                    <a:ext uri="{FF2B5EF4-FFF2-40B4-BE49-F238E27FC236}">
                      <a16:creationId xmlns:a16="http://schemas.microsoft.com/office/drawing/2014/main" id="{97A88992-C8D8-5C8B-1A04-DD190529E4C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9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55889" y="79477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111" name="Image 25" descr="preencoded.png">
                  <a:extLst>
                    <a:ext uri="{FF2B5EF4-FFF2-40B4-BE49-F238E27FC236}">
                      <a16:creationId xmlns:a16="http://schemas.microsoft.com/office/drawing/2014/main" id="{52237ABB-E531-8499-CF3A-219BE587D58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0"/>
                  </p:custDataLst>
                </p:nvPr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40565" y="549591"/>
                  <a:ext cx="213360" cy="249936"/>
                </a:xfrm>
                <a:prstGeom prst="rect">
                  <a:avLst/>
                </a:prstGeom>
              </p:spPr>
            </p:pic>
            <p:pic>
              <p:nvPicPr>
                <p:cNvPr id="112" name="Image 26" descr="preencoded.png">
                  <a:extLst>
                    <a:ext uri="{FF2B5EF4-FFF2-40B4-BE49-F238E27FC236}">
                      <a16:creationId xmlns:a16="http://schemas.microsoft.com/office/drawing/2014/main" id="{24864677-C5B7-3821-E0AB-ACD8F965A66F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1"/>
                  </p:custDataLst>
                </p:nvPr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76064" y="672163"/>
                  <a:ext cx="277368" cy="249936"/>
                </a:xfrm>
                <a:prstGeom prst="rect">
                  <a:avLst/>
                </a:prstGeom>
              </p:spPr>
            </p:pic>
            <p:pic>
              <p:nvPicPr>
                <p:cNvPr id="113" name="Image 27" descr="preencoded.png">
                  <a:extLst>
                    <a:ext uri="{FF2B5EF4-FFF2-40B4-BE49-F238E27FC236}">
                      <a16:creationId xmlns:a16="http://schemas.microsoft.com/office/drawing/2014/main" id="{43906BB1-EC80-718F-F55A-2FD3BA03337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2"/>
                  </p:custDataLst>
                </p:nvPr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97270" y="1147634"/>
                  <a:ext cx="277368" cy="249936"/>
                </a:xfrm>
                <a:prstGeom prst="rect">
                  <a:avLst/>
                </a:prstGeom>
              </p:spPr>
            </p:pic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8BB19A62-7EEB-8B1A-3579-2875A85E6DFE}"/>
                  </a:ext>
                </a:extLst>
              </p:cNvPr>
              <p:cNvGrpSpPr/>
              <p:nvPr/>
            </p:nvGrpSpPr>
            <p:grpSpPr>
              <a:xfrm rot="1488042">
                <a:off x="7156334" y="634800"/>
                <a:ext cx="838914" cy="598043"/>
                <a:chOff x="6982012" y="549591"/>
                <a:chExt cx="1452835" cy="1138348"/>
              </a:xfrm>
            </p:grpSpPr>
            <p:pic>
              <p:nvPicPr>
                <p:cNvPr id="84" name="Image 13" descr="preencoded.png">
                  <a:extLst>
                    <a:ext uri="{FF2B5EF4-FFF2-40B4-BE49-F238E27FC236}">
                      <a16:creationId xmlns:a16="http://schemas.microsoft.com/office/drawing/2014/main" id="{F64B1C0A-8945-7BDE-D945-CEDAC82673C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3"/>
                  </p:custDataLst>
                </p:nvPr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44482" y="1081387"/>
                  <a:ext cx="621792" cy="606552"/>
                </a:xfrm>
                <a:prstGeom prst="rect">
                  <a:avLst/>
                </a:prstGeom>
              </p:spPr>
            </p:pic>
            <p:pic>
              <p:nvPicPr>
                <p:cNvPr id="85" name="Image 14" descr="preencoded.png">
                  <a:extLst>
                    <a:ext uri="{FF2B5EF4-FFF2-40B4-BE49-F238E27FC236}">
                      <a16:creationId xmlns:a16="http://schemas.microsoft.com/office/drawing/2014/main" id="{0303C34B-3507-797B-745B-EC04647EEAA2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4"/>
                  </p:custDataLst>
                </p:nvPr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13055" y="647244"/>
                  <a:ext cx="621792" cy="585216"/>
                </a:xfrm>
                <a:prstGeom prst="rect">
                  <a:avLst/>
                </a:prstGeom>
              </p:spPr>
            </p:pic>
            <p:pic>
              <p:nvPicPr>
                <p:cNvPr id="86" name="Image 15" descr="preencoded.png">
                  <a:extLst>
                    <a:ext uri="{FF2B5EF4-FFF2-40B4-BE49-F238E27FC236}">
                      <a16:creationId xmlns:a16="http://schemas.microsoft.com/office/drawing/2014/main" id="{9E4D32E3-4D92-0027-3122-9D7A46731D3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5"/>
                  </p:custDataLst>
                </p:nvPr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82012" y="890165"/>
                  <a:ext cx="451104" cy="524256"/>
                </a:xfrm>
                <a:prstGeom prst="rect">
                  <a:avLst/>
                </a:prstGeom>
              </p:spPr>
            </p:pic>
            <p:pic>
              <p:nvPicPr>
                <p:cNvPr id="87" name="Image 16" descr="preencoded.png">
                  <a:extLst>
                    <a:ext uri="{FF2B5EF4-FFF2-40B4-BE49-F238E27FC236}">
                      <a16:creationId xmlns:a16="http://schemas.microsoft.com/office/drawing/2014/main" id="{8A710A25-E8A8-3362-8DF8-7749055B412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6"/>
                  </p:custDataLst>
                </p:nvPr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45438" y="566592"/>
                  <a:ext cx="475488" cy="475488"/>
                </a:xfrm>
                <a:prstGeom prst="rect">
                  <a:avLst/>
                </a:prstGeom>
              </p:spPr>
            </p:pic>
            <p:pic>
              <p:nvPicPr>
                <p:cNvPr id="88" name="Image 17" descr="preencoded.png">
                  <a:extLst>
                    <a:ext uri="{FF2B5EF4-FFF2-40B4-BE49-F238E27FC236}">
                      <a16:creationId xmlns:a16="http://schemas.microsoft.com/office/drawing/2014/main" id="{39C0C397-9D28-A0A3-56D3-282AD9E5D9D3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7"/>
                  </p:custDataLst>
                </p:nvPr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87915" y="572227"/>
                  <a:ext cx="353568" cy="292608"/>
                </a:xfrm>
                <a:prstGeom prst="rect">
                  <a:avLst/>
                </a:prstGeom>
              </p:spPr>
            </p:pic>
            <p:pic>
              <p:nvPicPr>
                <p:cNvPr id="89" name="Image 18" descr="preencoded.png">
                  <a:extLst>
                    <a:ext uri="{FF2B5EF4-FFF2-40B4-BE49-F238E27FC236}">
                      <a16:creationId xmlns:a16="http://schemas.microsoft.com/office/drawing/2014/main" id="{94430BCC-7770-A853-7E01-9BB448642F4B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62906" y="1086176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90" name="Image 19" descr="preencoded.png">
                  <a:extLst>
                    <a:ext uri="{FF2B5EF4-FFF2-40B4-BE49-F238E27FC236}">
                      <a16:creationId xmlns:a16="http://schemas.microsoft.com/office/drawing/2014/main" id="{6857ED31-2DB5-0531-5D6D-774E4B830B09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79181" y="1308925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91" name="Image 20" descr="preencoded.png">
                  <a:extLst>
                    <a:ext uri="{FF2B5EF4-FFF2-40B4-BE49-F238E27FC236}">
                      <a16:creationId xmlns:a16="http://schemas.microsoft.com/office/drawing/2014/main" id="{6A01664A-3A4B-196A-FF23-7114F8B8355D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01930" y="140189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92" name="Image 21" descr="preencoded.png">
                  <a:extLst>
                    <a:ext uri="{FF2B5EF4-FFF2-40B4-BE49-F238E27FC236}">
                      <a16:creationId xmlns:a16="http://schemas.microsoft.com/office/drawing/2014/main" id="{F37C1FF9-C7A2-8E3E-26E6-458B4CAD0AE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1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97358" y="937062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93" name="Image 22" descr="preencoded.png">
                  <a:extLst>
                    <a:ext uri="{FF2B5EF4-FFF2-40B4-BE49-F238E27FC236}">
                      <a16:creationId xmlns:a16="http://schemas.microsoft.com/office/drawing/2014/main" id="{AA4D3089-144D-5748-B5C4-84DA74F3925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2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29214" y="907090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94" name="Image 23" descr="preencoded.png">
                  <a:extLst>
                    <a:ext uri="{FF2B5EF4-FFF2-40B4-BE49-F238E27FC236}">
                      <a16:creationId xmlns:a16="http://schemas.microsoft.com/office/drawing/2014/main" id="{61AB7EC1-1ED8-491B-627F-58F19FDAA072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3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75546" y="71318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95" name="Image 24" descr="preencoded.png">
                  <a:extLst>
                    <a:ext uri="{FF2B5EF4-FFF2-40B4-BE49-F238E27FC236}">
                      <a16:creationId xmlns:a16="http://schemas.microsoft.com/office/drawing/2014/main" id="{8AEE032A-EEEC-9DDD-7B09-13F66A803AB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4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55889" y="794779"/>
                  <a:ext cx="198120" cy="198120"/>
                </a:xfrm>
                <a:prstGeom prst="rect">
                  <a:avLst/>
                </a:prstGeom>
              </p:spPr>
            </p:pic>
            <p:pic>
              <p:nvPicPr>
                <p:cNvPr id="96" name="Image 25" descr="preencoded.png">
                  <a:extLst>
                    <a:ext uri="{FF2B5EF4-FFF2-40B4-BE49-F238E27FC236}">
                      <a16:creationId xmlns:a16="http://schemas.microsoft.com/office/drawing/2014/main" id="{795AC4D7-28C5-E59D-84DD-31AF369D231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5"/>
                  </p:custDataLst>
                </p:nvPr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40565" y="549591"/>
                  <a:ext cx="213360" cy="249936"/>
                </a:xfrm>
                <a:prstGeom prst="rect">
                  <a:avLst/>
                </a:prstGeom>
              </p:spPr>
            </p:pic>
            <p:pic>
              <p:nvPicPr>
                <p:cNvPr id="97" name="Image 26" descr="preencoded.png">
                  <a:extLst>
                    <a:ext uri="{FF2B5EF4-FFF2-40B4-BE49-F238E27FC236}">
                      <a16:creationId xmlns:a16="http://schemas.microsoft.com/office/drawing/2014/main" id="{EB7FEC23-324A-D34A-1AEA-CDAC040ECE6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6"/>
                  </p:custDataLst>
                </p:nvPr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76064" y="672163"/>
                  <a:ext cx="277368" cy="249936"/>
                </a:xfrm>
                <a:prstGeom prst="rect">
                  <a:avLst/>
                </a:prstGeom>
              </p:spPr>
            </p:pic>
            <p:pic>
              <p:nvPicPr>
                <p:cNvPr id="98" name="Image 27" descr="preencoded.png">
                  <a:extLst>
                    <a:ext uri="{FF2B5EF4-FFF2-40B4-BE49-F238E27FC236}">
                      <a16:creationId xmlns:a16="http://schemas.microsoft.com/office/drawing/2014/main" id="{6DEB2B8E-E189-97A0-CEC9-AB5F062B505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7"/>
                  </p:custDataLst>
                </p:nvPr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97270" y="1147634"/>
                  <a:ext cx="277368" cy="249936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129" name="Image 34" descr="preencoded.png">
            <a:extLst>
              <a:ext uri="{FF2B5EF4-FFF2-40B4-BE49-F238E27FC236}">
                <a16:creationId xmlns:a16="http://schemas.microsoft.com/office/drawing/2014/main" id="{5EDA9443-F73F-B11B-DB70-554BDCA574C3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10"/>
          <a:stretch>
            <a:fillRect/>
          </a:stretch>
        </p:blipFill>
        <p:spPr>
          <a:xfrm>
            <a:off x="5147028" y="3361152"/>
            <a:ext cx="438912" cy="484632"/>
          </a:xfrm>
          <a:prstGeom prst="rect">
            <a:avLst/>
          </a:prstGeom>
        </p:spPr>
      </p:pic>
      <p:pic>
        <p:nvPicPr>
          <p:cNvPr id="132" name="Image 36" descr="preencoded.png">
            <a:extLst>
              <a:ext uri="{FF2B5EF4-FFF2-40B4-BE49-F238E27FC236}">
                <a16:creationId xmlns:a16="http://schemas.microsoft.com/office/drawing/2014/main" id="{28163095-C7E3-26FF-969B-818B0C4215BE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12"/>
          <a:stretch>
            <a:fillRect/>
          </a:stretch>
        </p:blipFill>
        <p:spPr>
          <a:xfrm>
            <a:off x="7214430" y="1544011"/>
            <a:ext cx="344424" cy="576072"/>
          </a:xfrm>
          <a:prstGeom prst="rect">
            <a:avLst/>
          </a:prstGeom>
        </p:spPr>
      </p:pic>
      <p:pic>
        <p:nvPicPr>
          <p:cNvPr id="4" name="Picture 3" descr="A close-up of a red and black background&#10;&#10;AI-generated content may be incorrect.">
            <a:extLst>
              <a:ext uri="{FF2B5EF4-FFF2-40B4-BE49-F238E27FC236}">
                <a16:creationId xmlns:a16="http://schemas.microsoft.com/office/drawing/2014/main" id="{008DDDF1-00B8-D84D-EDB9-B704CAADE3CD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" t="13304" b="84"/>
          <a:stretch>
            <a:fillRect/>
          </a:stretch>
        </p:blipFill>
        <p:spPr>
          <a:xfrm>
            <a:off x="393675" y="2651665"/>
            <a:ext cx="1655610" cy="1562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A1BE93-4E15-C578-E2D1-D6458261E62B}"/>
              </a:ext>
            </a:extLst>
          </p:cNvPr>
          <p:cNvPicPr>
            <a:picLocks noChangeAspect="1"/>
          </p:cNvPicPr>
          <p:nvPr/>
        </p:nvPicPr>
        <p:blipFill>
          <a:blip r:embed="rId124"/>
          <a:srcRect l="1072"/>
          <a:stretch>
            <a:fillRect/>
          </a:stretch>
        </p:blipFill>
        <p:spPr>
          <a:xfrm>
            <a:off x="2236901" y="2650884"/>
            <a:ext cx="1739514" cy="15488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315C678-B399-4526-D780-5253D567A6C1}"/>
              </a:ext>
            </a:extLst>
          </p:cNvPr>
          <p:cNvSpPr/>
          <p:nvPr/>
        </p:nvSpPr>
        <p:spPr>
          <a:xfrm>
            <a:off x="960037" y="3603468"/>
            <a:ext cx="571283" cy="496645"/>
          </a:xfrm>
          <a:prstGeom prst="rect">
            <a:avLst/>
          </a:prstGeom>
          <a:noFill/>
          <a:ln w="38100">
            <a:solidFill>
              <a:srgbClr val="92D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0F33F0-8071-B0FB-256E-5F234B1C2B9C}"/>
              </a:ext>
            </a:extLst>
          </p:cNvPr>
          <p:cNvSpPr/>
          <p:nvPr/>
        </p:nvSpPr>
        <p:spPr>
          <a:xfrm>
            <a:off x="2220323" y="2635056"/>
            <a:ext cx="1779628" cy="1583270"/>
          </a:xfrm>
          <a:prstGeom prst="rect">
            <a:avLst/>
          </a:prstGeom>
          <a:noFill/>
          <a:ln w="38100">
            <a:solidFill>
              <a:srgbClr val="92D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0D8459-3356-75EF-ADC4-0B8E0899243B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1562457" y="3426691"/>
            <a:ext cx="657866" cy="17677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3986" y="342459"/>
            <a:ext cx="1298448" cy="18227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233780" y="2168820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</a:t>
            </a:r>
            <a:endParaRPr lang="en-US" sz="1400" dirty="0"/>
          </a:p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Se-PS</a:t>
            </a:r>
            <a:endParaRPr lang="en-US" sz="1400" dirty="0"/>
          </a:p>
        </p:txBody>
      </p:sp>
      <p:pic>
        <p:nvPicPr>
          <p:cNvPr id="4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499737" y="1295795"/>
            <a:ext cx="1094232" cy="17068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1172081" y="1568124"/>
            <a:ext cx="1749552" cy="737616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4110217" y="1289111"/>
            <a:ext cx="1094232" cy="170688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1729865" y="661916"/>
            <a:ext cx="633984" cy="53340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3001042" y="1235052"/>
            <a:ext cx="621792" cy="606552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3374497" y="844587"/>
            <a:ext cx="621792" cy="585216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2920858" y="992283"/>
            <a:ext cx="451104" cy="524256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3045914" y="763935"/>
            <a:ext cx="475488" cy="475488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2844735" y="747214"/>
            <a:ext cx="353568" cy="292608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3001751" y="1188294"/>
            <a:ext cx="198120" cy="198120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3292084" y="1440236"/>
            <a:ext cx="198120" cy="198120"/>
          </a:xfrm>
          <a:prstGeom prst="rect">
            <a:avLst/>
          </a:prstGeom>
        </p:spPr>
      </p:pic>
      <p:pic>
        <p:nvPicPr>
          <p:cNvPr id="15" name="Image 12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3373339" y="1519675"/>
            <a:ext cx="198120" cy="198120"/>
          </a:xfrm>
          <a:prstGeom prst="rect">
            <a:avLst/>
          </a:prstGeom>
        </p:spPr>
      </p:pic>
      <p:pic>
        <p:nvPicPr>
          <p:cNvPr id="16" name="Image 13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3458800" y="1134405"/>
            <a:ext cx="198120" cy="198120"/>
          </a:xfrm>
          <a:prstGeom prst="rect">
            <a:avLst/>
          </a:prstGeom>
        </p:spPr>
      </p:pic>
      <p:pic>
        <p:nvPicPr>
          <p:cNvPr id="17" name="Image 14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3690657" y="1104432"/>
            <a:ext cx="198120" cy="198120"/>
          </a:xfrm>
          <a:prstGeom prst="rect">
            <a:avLst/>
          </a:prstGeom>
        </p:spPr>
      </p:pic>
      <p:pic>
        <p:nvPicPr>
          <p:cNvPr id="18" name="Image 15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3736988" y="910532"/>
            <a:ext cx="198120" cy="198120"/>
          </a:xfrm>
          <a:prstGeom prst="rect">
            <a:avLst/>
          </a:prstGeom>
        </p:spPr>
      </p:pic>
      <p:pic>
        <p:nvPicPr>
          <p:cNvPr id="19" name="Image 16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3256365" y="992121"/>
            <a:ext cx="198120" cy="198120"/>
          </a:xfrm>
          <a:prstGeom prst="rect">
            <a:avLst/>
          </a:prstGeom>
        </p:spPr>
      </p:pic>
      <p:pic>
        <p:nvPicPr>
          <p:cNvPr id="20" name="Image 17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3538478" y="890479"/>
            <a:ext cx="213360" cy="249936"/>
          </a:xfrm>
          <a:prstGeom prst="rect">
            <a:avLst/>
          </a:prstGeom>
        </p:spPr>
      </p:pic>
      <p:pic>
        <p:nvPicPr>
          <p:cNvPr id="21" name="Image 18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3337506" y="869505"/>
            <a:ext cx="277368" cy="249936"/>
          </a:xfrm>
          <a:prstGeom prst="rect">
            <a:avLst/>
          </a:prstGeom>
        </p:spPr>
      </p:pic>
      <p:pic>
        <p:nvPicPr>
          <p:cNvPr id="22" name="Image 19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3244364" y="1160209"/>
            <a:ext cx="277368" cy="249936"/>
          </a:xfrm>
          <a:prstGeom prst="rect">
            <a:avLst/>
          </a:prstGeom>
        </p:spPr>
      </p:pic>
      <p:pic>
        <p:nvPicPr>
          <p:cNvPr id="23" name="Image 20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4150355" y="427050"/>
            <a:ext cx="972312" cy="826008"/>
          </a:xfrm>
          <a:prstGeom prst="rect">
            <a:avLst/>
          </a:prstGeom>
        </p:spPr>
      </p:pic>
      <p:sp>
        <p:nvSpPr>
          <p:cNvPr id="24" name="Text 1"/>
          <p:cNvSpPr/>
          <p:nvPr/>
        </p:nvSpPr>
        <p:spPr>
          <a:xfrm>
            <a:off x="3805588" y="1485994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7287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separation</a:t>
            </a:r>
            <a:endParaRPr lang="en-US" sz="1300" dirty="0"/>
          </a:p>
        </p:txBody>
      </p:sp>
      <p:pic>
        <p:nvPicPr>
          <p:cNvPr id="25" name="Image 21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5379291" y="525700"/>
            <a:ext cx="1118616" cy="1463040"/>
          </a:xfrm>
          <a:prstGeom prst="rect">
            <a:avLst/>
          </a:prstGeom>
        </p:spPr>
      </p:pic>
      <p:sp>
        <p:nvSpPr>
          <p:cNvPr id="26" name="Text 2"/>
          <p:cNvSpPr/>
          <p:nvPr/>
        </p:nvSpPr>
        <p:spPr>
          <a:xfrm>
            <a:off x="6438924" y="1486002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7287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cyrotome</a:t>
            </a:r>
            <a:endParaRPr lang="en-US" sz="1300" dirty="0"/>
          </a:p>
          <a:p>
            <a:pPr marL="0" indent="0" algn="ctr">
              <a:lnSpc>
                <a:spcPct val="87287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</a:t>
            </a: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magna</a:t>
            </a:r>
            <a:endParaRPr lang="en-US" sz="1300" dirty="0"/>
          </a:p>
        </p:txBody>
      </p:sp>
      <p:pic>
        <p:nvPicPr>
          <p:cNvPr id="27" name="Image 22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4168433" y="5320624"/>
            <a:ext cx="1578864" cy="170688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6945633" y="441411"/>
            <a:ext cx="627888" cy="795528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9"/>
          <a:stretch>
            <a:fillRect/>
          </a:stretch>
        </p:blipFill>
        <p:spPr>
          <a:xfrm>
            <a:off x="8358393" y="422495"/>
            <a:ext cx="341376" cy="536448"/>
          </a:xfrm>
          <a:prstGeom prst="rect">
            <a:avLst/>
          </a:prstGeom>
        </p:spPr>
      </p:pic>
      <p:sp>
        <p:nvSpPr>
          <p:cNvPr id="30" name="Text 3"/>
          <p:cNvSpPr/>
          <p:nvPr/>
        </p:nvSpPr>
        <p:spPr>
          <a:xfrm>
            <a:off x="5052011" y="2003513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</a:t>
            </a: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D. magna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Se-PS particles</a:t>
            </a:r>
            <a:endParaRPr lang="en-US" sz="1400" dirty="0"/>
          </a:p>
        </p:txBody>
      </p:sp>
      <p:sp>
        <p:nvSpPr>
          <p:cNvPr id="31" name="Text 4"/>
          <p:cNvSpPr/>
          <p:nvPr/>
        </p:nvSpPr>
        <p:spPr>
          <a:xfrm>
            <a:off x="8117821" y="1970197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and polymer detection using O-PTIR and TOF-SIMS</a:t>
            </a:r>
            <a:endParaRPr lang="en-US" sz="1400" dirty="0"/>
          </a:p>
        </p:txBody>
      </p:sp>
      <p:pic>
        <p:nvPicPr>
          <p:cNvPr id="32" name="Image 25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6712466" y="1276549"/>
            <a:ext cx="1094232" cy="170688"/>
          </a:xfrm>
          <a:prstGeom prst="rect">
            <a:avLst/>
          </a:prstGeom>
        </p:spPr>
      </p:pic>
      <p:pic>
        <p:nvPicPr>
          <p:cNvPr id="33" name="Image 26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8968753" y="1010039"/>
            <a:ext cx="969264" cy="899160"/>
          </a:xfrm>
          <a:prstGeom prst="rect">
            <a:avLst/>
          </a:prstGeom>
        </p:spPr>
      </p:pic>
      <p:pic>
        <p:nvPicPr>
          <p:cNvPr id="34" name="Image 27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51"/>
          <a:stretch>
            <a:fillRect/>
          </a:stretch>
        </p:blipFill>
        <p:spPr>
          <a:xfrm>
            <a:off x="8064081" y="1010153"/>
            <a:ext cx="822960" cy="89306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262620" y="161007"/>
            <a:ext cx="1691640" cy="237439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3386813" y="724140"/>
            <a:ext cx="1694688" cy="14081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3605805" y="1219167"/>
            <a:ext cx="231648" cy="23164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3726606" y="1339967"/>
            <a:ext cx="231648" cy="2316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3805431" y="966049"/>
            <a:ext cx="231648" cy="23164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4025635" y="1181633"/>
            <a:ext cx="231648" cy="23164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4063212" y="840080"/>
            <a:ext cx="231648" cy="23164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4253366" y="1304346"/>
            <a:ext cx="231648" cy="23164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4535991" y="1600841"/>
            <a:ext cx="231648" cy="23164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4224491" y="1522005"/>
            <a:ext cx="231648" cy="23164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4289810" y="1025563"/>
            <a:ext cx="231648" cy="231648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1953599" y="1474696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</a:t>
            </a:r>
            <a:endParaRPr lang="en-US" sz="1400" dirty="0"/>
          </a:p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Se-PS</a:t>
            </a:r>
            <a:endParaRPr lang="en-US" sz="1400" dirty="0"/>
          </a:p>
        </p:txBody>
      </p:sp>
      <p:pic>
        <p:nvPicPr>
          <p:cNvPr id="14" name="Image 11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2281092" y="1262867"/>
            <a:ext cx="1094232" cy="170688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5004724" y="1474692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cryomilling of bulk Se-PS into irregularly shaped particles</a:t>
            </a:r>
            <a:endParaRPr lang="en-US" sz="1400" dirty="0"/>
          </a:p>
        </p:txBody>
      </p:sp>
      <p:pic>
        <p:nvPicPr>
          <p:cNvPr id="16" name="Image 12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5331553" y="1262868"/>
            <a:ext cx="1094232" cy="170688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5285833" y="160218"/>
            <a:ext cx="1185672" cy="996696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7344482" y="1081387"/>
            <a:ext cx="621792" cy="606552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7813055" y="647244"/>
            <a:ext cx="621792" cy="585216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9"/>
          <a:stretch>
            <a:fillRect/>
          </a:stretch>
        </p:blipFill>
        <p:spPr>
          <a:xfrm>
            <a:off x="6982012" y="890165"/>
            <a:ext cx="451104" cy="524256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7345438" y="566592"/>
            <a:ext cx="475488" cy="475488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1"/>
          <a:stretch>
            <a:fillRect/>
          </a:stretch>
        </p:blipFill>
        <p:spPr>
          <a:xfrm>
            <a:off x="6987915" y="572227"/>
            <a:ext cx="353568" cy="292608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7062906" y="1086176"/>
            <a:ext cx="198120" cy="198120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7479181" y="1308925"/>
            <a:ext cx="198120" cy="198120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7701930" y="1401899"/>
            <a:ext cx="198120" cy="198120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7897358" y="937062"/>
            <a:ext cx="198120" cy="198120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8129214" y="907090"/>
            <a:ext cx="198120" cy="198120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8175546" y="713189"/>
            <a:ext cx="198120" cy="198120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7555889" y="794779"/>
            <a:ext cx="198120" cy="198120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7840565" y="549591"/>
            <a:ext cx="213360" cy="249936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7776064" y="672163"/>
            <a:ext cx="277368" cy="249936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55"/>
          <a:stretch>
            <a:fillRect/>
          </a:stretch>
        </p:blipFill>
        <p:spPr>
          <a:xfrm>
            <a:off x="7897270" y="1147634"/>
            <a:ext cx="277368" cy="249936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8129581" y="1980051"/>
            <a:ext cx="725424" cy="2810256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57"/>
          <a:stretch>
            <a:fillRect/>
          </a:stretch>
        </p:blipFill>
        <p:spPr>
          <a:xfrm>
            <a:off x="6930871" y="2650235"/>
            <a:ext cx="1295400" cy="1100328"/>
          </a:xfrm>
          <a:prstGeom prst="rect">
            <a:avLst/>
          </a:prstGeom>
        </p:spPr>
      </p:pic>
      <p:sp>
        <p:nvSpPr>
          <p:cNvPr id="35" name="Text 2"/>
          <p:cNvSpPr/>
          <p:nvPr/>
        </p:nvSpPr>
        <p:spPr>
          <a:xfrm>
            <a:off x="6703962" y="3732829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centrifugation for size separation</a:t>
            </a:r>
            <a:endParaRPr lang="en-US" sz="1400" dirty="0"/>
          </a:p>
        </p:txBody>
      </p:sp>
      <p:pic>
        <p:nvPicPr>
          <p:cNvPr id="36" name="Image 31" descr="preencoded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6805805" y="4279554"/>
            <a:ext cx="954024" cy="1243584"/>
          </a:xfrm>
          <a:prstGeom prst="rect">
            <a:avLst/>
          </a:prstGeom>
        </p:spPr>
      </p:pic>
      <p:sp>
        <p:nvSpPr>
          <p:cNvPr id="37" name="Text 3"/>
          <p:cNvSpPr/>
          <p:nvPr/>
        </p:nvSpPr>
        <p:spPr>
          <a:xfrm>
            <a:off x="3795941" y="5526985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obtaining histological slices using cryotome</a:t>
            </a:r>
            <a:endParaRPr lang="en-US" sz="1400" dirty="0"/>
          </a:p>
        </p:txBody>
      </p:sp>
      <p:pic>
        <p:nvPicPr>
          <p:cNvPr id="38" name="Image 32" descr="preencoded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59"/>
          <a:stretch>
            <a:fillRect/>
          </a:stretch>
        </p:blipFill>
        <p:spPr>
          <a:xfrm>
            <a:off x="3881121" y="5320630"/>
            <a:ext cx="1578864" cy="170688"/>
          </a:xfrm>
          <a:prstGeom prst="rect">
            <a:avLst/>
          </a:prstGeom>
        </p:spPr>
      </p:pic>
      <p:pic>
        <p:nvPicPr>
          <p:cNvPr id="39" name="Image 33" descr="preencoded.png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4300125" y="4112367"/>
            <a:ext cx="929640" cy="1176528"/>
          </a:xfrm>
          <a:prstGeom prst="rect">
            <a:avLst/>
          </a:prstGeom>
        </p:spPr>
      </p:pic>
      <p:pic>
        <p:nvPicPr>
          <p:cNvPr id="40" name="Image 34" descr="preencoded.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61"/>
          <a:stretch>
            <a:fillRect/>
          </a:stretch>
        </p:blipFill>
        <p:spPr>
          <a:xfrm>
            <a:off x="710934" y="3450787"/>
            <a:ext cx="573024" cy="899160"/>
          </a:xfrm>
          <a:prstGeom prst="rect">
            <a:avLst/>
          </a:prstGeom>
        </p:spPr>
      </p:pic>
      <p:pic>
        <p:nvPicPr>
          <p:cNvPr id="41" name="Image 35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62"/>
          <a:stretch>
            <a:fillRect/>
          </a:stretch>
        </p:blipFill>
        <p:spPr>
          <a:xfrm>
            <a:off x="1950943" y="3547192"/>
            <a:ext cx="688848" cy="804672"/>
          </a:xfrm>
          <a:prstGeom prst="rect">
            <a:avLst/>
          </a:prstGeom>
        </p:spPr>
      </p:pic>
      <p:sp>
        <p:nvSpPr>
          <p:cNvPr id="42" name="Text 4"/>
          <p:cNvSpPr/>
          <p:nvPr/>
        </p:nvSpPr>
        <p:spPr>
          <a:xfrm>
            <a:off x="6558497" y="5526980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</a:t>
            </a: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D. magna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Se-PS particles</a:t>
            </a:r>
            <a:endParaRPr lang="en-US" sz="1400" dirty="0"/>
          </a:p>
        </p:txBody>
      </p:sp>
      <p:sp>
        <p:nvSpPr>
          <p:cNvPr id="43" name="Text 5"/>
          <p:cNvSpPr/>
          <p:nvPr/>
        </p:nvSpPr>
        <p:spPr>
          <a:xfrm>
            <a:off x="732519" y="5553530"/>
            <a:ext cx="1758368" cy="74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118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and polymer detection using O-PTIR and TOF-SIMS</a:t>
            </a:r>
            <a:endParaRPr lang="en-US" sz="1400" dirty="0"/>
          </a:p>
        </p:txBody>
      </p:sp>
      <p:pic>
        <p:nvPicPr>
          <p:cNvPr id="44" name="Image 36" descr="preencoded.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63"/>
          <a:stretch>
            <a:fillRect/>
          </a:stretch>
        </p:blipFill>
        <p:spPr>
          <a:xfrm>
            <a:off x="1691746" y="4407782"/>
            <a:ext cx="1200912" cy="1115568"/>
          </a:xfrm>
          <a:prstGeom prst="rect">
            <a:avLst/>
          </a:prstGeom>
        </p:spPr>
      </p:pic>
      <p:pic>
        <p:nvPicPr>
          <p:cNvPr id="45" name="Image 37" descr="preencoded.png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64"/>
          <a:stretch>
            <a:fillRect/>
          </a:stretch>
        </p:blipFill>
        <p:spPr>
          <a:xfrm>
            <a:off x="491485" y="4406882"/>
            <a:ext cx="1011936" cy="110032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640080"/>
            <a:ext cx="2560320" cy="5120640"/>
          </a:xfrm>
          <a:custGeom>
            <a:avLst/>
            <a:gdLst/>
            <a:ahLst/>
            <a:cxnLst/>
            <a:rect l="l" t="t" r="r" b="b"/>
            <a:pathLst>
              <a:path w="2560320" h="5120640">
                <a:moveTo>
                  <a:pt x="0" y="0"/>
                </a:moveTo>
                <a:lnTo>
                  <a:pt x="0" y="5120640"/>
                </a:lnTo>
                <a:lnTo>
                  <a:pt x="2560320" y="5120640"/>
                </a:lnTo>
                <a:lnTo>
                  <a:pt x="2560320" y="256032"/>
                </a:lnTo>
                <a:lnTo>
                  <a:pt x="2304288" y="0"/>
                </a:lnTo>
                <a:close/>
              </a:path>
            </a:pathLst>
          </a:custGeom>
          <a:solidFill>
            <a:srgbClr val="E9F0F8"/>
          </a:solidFill>
          <a:ln/>
          <a:effectLst>
            <a:outerShdw blurRad="7112" dist="14224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430768" y="640080"/>
            <a:ext cx="256032" cy="307238"/>
          </a:xfrm>
          <a:custGeom>
            <a:avLst/>
            <a:gdLst/>
            <a:ahLst/>
            <a:cxnLst/>
            <a:rect l="l" t="t" r="r" b="b"/>
            <a:pathLst>
              <a:path w="256032" h="307238">
                <a:moveTo>
                  <a:pt x="0" y="0"/>
                </a:moveTo>
                <a:lnTo>
                  <a:pt x="102413" y="307238"/>
                </a:lnTo>
                <a:lnTo>
                  <a:pt x="256032" y="256032"/>
                </a:lnTo>
                <a:close/>
              </a:path>
            </a:pathLst>
          </a:custGeom>
          <a:solidFill>
            <a:srgbClr val="92B7D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430768" y="64008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0" y="0"/>
                </a:moveTo>
                <a:lnTo>
                  <a:pt x="38405" y="256032"/>
                </a:lnTo>
                <a:lnTo>
                  <a:pt x="256032" y="256032"/>
                </a:lnTo>
                <a:close/>
              </a:path>
            </a:pathLst>
          </a:custGeom>
          <a:solidFill>
            <a:srgbClr val="CCD8E7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https://assets.cdn.biorender.com/assets/biorender-logo-blue.svg?cacheBust=0.10866152777435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162395"/>
            <a:ext cx="614477" cy="5190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940899"/>
            <a:ext cx="41148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8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was created in BioRender</a:t>
            </a:r>
            <a:endParaRPr lang="en-US" sz="1008" dirty="0"/>
          </a:p>
          <a:p>
            <a:pPr marL="0" indent="0" algn="l">
              <a:buNone/>
            </a:pPr>
            <a:r>
              <a:rPr lang="en-US" sz="100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8" dirty="0"/>
          </a:p>
          <a:p>
            <a:pPr marL="0" indent="0" algn="l">
              <a:buNone/>
            </a:pPr>
            <a:r>
              <a:rPr lang="en-US" sz="100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access the original source of this presentation, visit:</a:t>
            </a:r>
            <a:endParaRPr lang="en-US" sz="1008" dirty="0"/>
          </a:p>
          <a:p>
            <a:pPr marL="0" indent="0" algn="l">
              <a:buNone/>
            </a:pPr>
            <a:r>
              <a:rPr lang="en-US" sz="100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8" dirty="0"/>
          </a:p>
          <a:p>
            <a:pPr marL="0" indent="0" algn="l">
              <a:buNone/>
            </a:pPr>
            <a:r>
              <a:rPr lang="en-US" sz="1008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https://app.biorender.com/illustrations/69e650e5b06e265f690efbfd</a:t>
            </a:r>
            <a:endParaRPr lang="en-US" sz="1008" dirty="0"/>
          </a:p>
          <a:p>
            <a:pPr marL="0" indent="0" algn="l">
              <a:buNone/>
            </a:pPr>
            <a:r>
              <a:rPr lang="en-US" sz="100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8" dirty="0"/>
          </a:p>
          <a:p>
            <a:pPr marL="0" indent="0" algn="l">
              <a:buNone/>
            </a:pPr>
            <a:r>
              <a:rPr lang="en-US" sz="100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up for your own BioRender account at </a:t>
            </a:r>
            <a:r>
              <a:rPr lang="en-US" sz="1008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www.biorender.com</a:t>
            </a:r>
            <a:endParaRPr lang="en-US" sz="1008" dirty="0"/>
          </a:p>
        </p:txBody>
      </p:sp>
      <p:pic>
        <p:nvPicPr>
          <p:cNvPr id="7" name="Image 1" descr="https://assets.cdn.biorender.com/assets/office/biorender-ppt-lockup.svg?cacheBust=0.1846604860799779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7197" y="998525"/>
            <a:ext cx="1378886" cy="5972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2512" y="1766621"/>
            <a:ext cx="204825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896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BioRender Add-in for PowerPoint</a:t>
            </a:r>
            <a:endParaRPr lang="en-US" sz="812" dirty="0"/>
          </a:p>
          <a:p>
            <a:pPr marL="0" indent="0" algn="l">
              <a:lnSpc>
                <a:spcPts val="1400"/>
              </a:lnSpc>
              <a:buNone/>
            </a:pPr>
            <a:endParaRPr lang="en-US" sz="812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integration allows you to unlock the power of BioRender, right inside PowerPoint:</a:t>
            </a:r>
            <a:endParaRPr lang="en-US" sz="812" dirty="0"/>
          </a:p>
          <a:p>
            <a:pPr marL="0" indent="0" algn="l">
              <a:lnSpc>
                <a:spcPts val="1120"/>
              </a:lnSpc>
              <a:buNone/>
            </a:pP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your BioRender presentation as an editable .PPTX file.</a:t>
            </a: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BioRender figures without leaving your PowerPoint slides.</a:t>
            </a: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 updates from BioRender with just one click.</a:t>
            </a: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Effortlessly manage sharing and permissions with your team.</a:t>
            </a: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your entire BioRender library at your fingertips.</a:t>
            </a:r>
            <a:endParaRPr lang="en-US" sz="812" dirty="0"/>
          </a:p>
          <a:p>
            <a:pPr marL="254000" lvl="1" indent="-127000" algn="l">
              <a:lnSpc>
                <a:spcPts val="1120"/>
              </a:lnSpc>
              <a:buSzPct val="100000"/>
              <a:buChar char="●"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a transparent background? Toggle it on or off, anytime.</a:t>
            </a:r>
            <a:endParaRPr lang="en-US" sz="812" dirty="0"/>
          </a:p>
          <a:p>
            <a:pPr marL="0" indent="0" algn="l">
              <a:lnSpc>
                <a:spcPts val="1120"/>
              </a:lnSpc>
              <a:buNone/>
            </a:pPr>
            <a:endParaRPr lang="en-US" sz="812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12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BioRender for PowerPoint is hosted safely and securely in the Microsoft AppSource.</a:t>
            </a:r>
            <a:endParaRPr lang="en-US" sz="812" dirty="0"/>
          </a:p>
        </p:txBody>
      </p:sp>
      <p:sp>
        <p:nvSpPr>
          <p:cNvPr id="9" name="Text 5"/>
          <p:cNvSpPr/>
          <p:nvPr/>
        </p:nvSpPr>
        <p:spPr>
          <a:xfrm>
            <a:off x="6766560" y="4890211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add-in now:</a:t>
            </a:r>
            <a:endParaRPr lang="en-US" sz="896" dirty="0"/>
          </a:p>
        </p:txBody>
      </p:sp>
      <p:sp>
        <p:nvSpPr>
          <p:cNvPr id="10" name="Text 6">
            <a:hlinkClick r:id="rId7"/>
          </p:cNvPr>
          <p:cNvSpPr/>
          <p:nvPr/>
        </p:nvSpPr>
        <p:spPr>
          <a:xfrm>
            <a:off x="6382512" y="5146243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https://appsource.microsoft.com/en-us/product/office/wa200006038?src=product&amp;mktcmpid=pptx_export</a:t>
            </a:r>
            <a:endParaRPr lang="en-US" sz="672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e650e5b06e265f690efbfd"/>
  <p:tag name="SLIDEID" val="4e3c0d59-66d1-4392-aef6-95c54de1163b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45c91a57-8ad7-44fe-b4aa-828a6e336af6&quot;:{&quot;id&quot;:&quot;45c91a57-8ad7-44fe-b4aa-828a6e336af6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4e3c0d59-66d1-4392-aef6-95c54de1163b&quot;,&quot;order&quot;:&quot;5&quot;}},&quot;120896b4-6dce-4b60-9cdf-b356a3528c13&quot;:{&quot;id&quot;:&quot;120896b4-6dce-4b60-9cdf-b356a3528c13&quot;,&quot;name&quot;:&quot;image.png&quot;,&quot;type&quot;:&quot;FIGURE_OBJECT&quot;,&quot;relativeTransform&quot;:{&quot;translate&quot;:{&quot;x&quot;:-363.6283500581727,&quot;y&quot;:-194.45634822353873},&quot;rotate&quot;:0,&quot;skewX&quot;:0,&quot;scale&quot;:{&quot;x&quot;:0.5915349327749331,&quot;y&quot;:0.5915349327749331}},&quot;image&quot;:{&quot;url&quot;:&quot;https://core.services.biorender.com/api/uploads/noredirect/69e651260c4592556e65298b/1776701734556_314743f3-4614-41da-aa2e-3089cb0c796c_icon.png&quot;,&quot;isPremium&quot;:false,&quot;isSignedURL&quot;:true,&quot;size&quot;:{&quot;x&quot;:300,&quot;y&quot;:421.6738197424893}},&quot;source&quot;:{&quot;id&quot;:&quot;69e651260c4592556e65298b&quot;,&quot;type&quot;:&quot;UPLOADS&quot;},&quot;isPremium&quot;:false,&quot;parent&quot;:{&quot;type&quot;:&quot;CHILD&quot;,&quot;parentId&quot;:&quot;4e3c0d59-66d1-4392-aef6-95c54de1163b&quot;,&quot;order&quot;:&quot;5&quot;}},&quot;23e11c6f-4260-4fe0-9ad0-657b58a3dcb5&quot;:{&quot;relativeTransform&quot;:{&quot;translate&quot;:{&quot;x&quot;:-38.371349131065784,&quot;y&quot;:-200.65945237116668},&quot;rotate&quot;:0,&quot;skewX&quot;:0,&quot;scale&quot;:{&quot;x&quot;:1,&quot;y&quot;:1}},&quot;type&quot;:&quot;FIGURE_OBJECT&quot;,&quot;id&quot;:&quot;23e11c6f-4260-4fe0-9ad0-657b58a3dcb5&quot;,&quot;opacity&quot;:1,&quot;path&quot;:{&quot;type&quot;:&quot;POLY_LINE&quot;,&quot;points&quot;:[{&quot;x&quot;:-76.72860137618355,&quot;y&quot;:52.40496706284444},{&quot;x&quot;:-26.0597183357889,&quot;y&quot;:25.99853325194608},{&quot;x&quot;:8.46211353391832,&quot;y&quot;:53.48653019555253},{&quot;x&quot;:55.33148264696338,&quot;y&quot;:79.30589483829064},{&quot;x&quot;:82.5332313894811,&quot;y&quot;:55.68070476897549},{&quot;x&quot;:30.722348630962667,&quot;y&quot;:4.27509407556421},{&quot;x&quot;:30.722348630962667,&quot;y&quot;:-48.39967413569359},{&quot;x&quot;:-0.6551475412261297,&quot;y&quot;:-50.09656893441019},{&quot;x&quot;:-55.35098040367236,&quot;y&quot;:-34.52411063868762},{&quot;x&quot;:-69.69791080632483,&quot;y&quot;:22.164433232330644}],&quot;closed&quot;:true,&quot;cornerRounding&quot;:{&quot;type&quot;:&quot;ARC_LENGTH&quot;,&quot;global&quot;:534.3556235376666}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2.536503406211873,&quot;lineJoin&quot;:&quot;round&quot;}],&quot;isLocked&quot;:false,&quot;parent&quot;:{&quot;type&quot;:&quot;CHILD&quot;,&quot;parentId&quot;:&quot;4e3c0d59-66d1-4392-aef6-95c54de1163b&quot;,&quot;order&quot;:&quot;52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2401f184-e840-4bcd-a941-9fc3fd5ba0be&quot;:{&quot;relativeTransform&quot;:{&quot;translate&quot;:{&quot;x&quot;:-89.2778194705275,&quot;y&quot;:-195.84351481175895},&quot;rotate&quot;:0,&quot;skewX&quot;:0,&quot;scale&quot;:{&quot;x&quot;:1,&quot;y&quot;:1}},&quot;type&quot;:&quot;FIGURE_OBJECT&quot;,&quot;id&quot;:&quot;2401f184-e840-4bcd-a941-9fc3fd5ba0be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4e3c0d59-66d1-4392-aef6-95c54de1163b&quot;,&quot;order&quot;:&quot;55&quot;},&quot;name&quot;:&quot;Circle (line, editable)&quot;,&quot;displayName&quot;:&quot;Circle (line, editable)&quot;,&quot;source&quot;:{&quot;id&quot;:&quot;62584a486f50fac473995f6d&quot;,&quot;type&quot;:&quot;ASSETS&quot;},&quot;isPremium&quot;:false},&quot;85579fb4-1b1e-45c4-9a36-a881d6e31a7d&quot;:{&quot;relativeTransform&quot;:{&quot;translate&quot;:{&quot;x&quot;:-76.59530243946814,&quot;y&quot;:-183.16099778069963},&quot;rotate&quot;:0,&quot;skewX&quot;:0,&quot;scale&quot;:{&quot;x&quot;:1,&quot;y&quot;:1}},&quot;type&quot;:&quot;FIGURE_OBJECT&quot;,&quot;id&quot;:&quot;85579fb4-1b1e-45c4-9a36-a881d6e31a7d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4e3c0d59-66d1-4392-aef6-95c54de1163b&quot;,&quot;order&quot;:&quot;6&quot;},&quot;name&quot;:&quot;Circle (line, editable)&quot;,&quot;displayName&quot;:&quot;Circle (line, editable)&quot;,&quot;source&quot;:{&quot;id&quot;:&quot;62584a486f50fac473995f6d&quot;,&quot;type&quot;:&quot;ASSETS&quot;},&quot;isPremium&quot;:false},&quot;dd3b615c-958b-4e60-b549-5fe683c76e09&quot;:{&quot;relativeTransform&quot;:{&quot;translate&quot;:{&quot;x&quot;:-68.31967563341867,&quot;y&quot;:-222.41749496015947},&quot;rotate&quot;:0,&quot;skewX&quot;:0,&quot;scale&quot;:{&quot;x&quot;:1,&quot;y&quot;:1}},&quot;type&quot;:&quot;FIGURE_OBJECT&quot;,&quot;id&quot;:&quot;dd3b615c-958b-4e60-b549-5fe683c76e09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4e3c0d59-66d1-4392-aef6-95c54de1163b&quot;,&quot;order&quot;:&quot;62&quot;},&quot;name&quot;:&quot;Circle (line, editable)&quot;,&quot;displayName&quot;:&quot;Circle (line, editable)&quot;,&quot;source&quot;:{&quot;id&quot;:&quot;62584a486f50fac473995f6d&quot;,&quot;type&quot;:&quot;ASSETS&quot;},&quot;isPremium&quot;:false},&quot;c76c6aef-21bd-4dd2-8407-8e7cf74eb9bc&quot;:{&quot;relativeTransform&quot;:{&quot;translate&quot;:{&quot;x&quot;:-45.20114368000698,&quot;y&quot;:-199.78404529998204},&quot;rotate&quot;:0,&quot;skewX&quot;:0,&quot;scale&quot;:{&quot;x&quot;:1,&quot;y&quot;:1}},&quot;type&quot;:&quot;FIGURE_OBJECT&quot;,&quot;id&quot;:&quot;c76c6aef-21bd-4dd2-8407-8e7cf74eb9bc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4e3c0d59-66d1-4392-aef6-95c54de1163b&quot;,&quot;order&quot;:&quot;65&quot;},&quot;name&quot;:&quot;Circle (line, editable)&quot;,&quot;displayName&quot;:&quot;Circle (line, editable)&quot;,&quot;source&quot;:{&quot;id&quot;:&quot;62584a486f50fac473995f6d&quot;,&quot;type&quot;:&quot;ASSETS&quot;},&quot;isPremium&quot;:false},&quot;21a6839c-cc15-4626-b590-60aa1594be37&quot;:{&quot;relativeTransform&quot;:{&quot;translate&quot;:{&quot;x&quot;:-41.25603090866112,&quot;y&quot;:-235.64266304510883},&quot;rotate&quot;:0,&quot;skewX&quot;:0,&quot;scale&quot;:{&quot;x&quot;:1,&quot;y&quot;:1}},&quot;type&quot;:&quot;FIGURE_OBJECT&quot;,&quot;id&quot;:&quot;21a6839c-cc15-4626-b590-60aa1594be37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4e3c0d59-66d1-4392-aef6-95c54de1163b&quot;,&quot;order&quot;:&quot;7&quot;},&quot;name&quot;:&quot;Circle (line, editable)&quot;,&quot;displayName&quot;:&quot;Circle (line, editable)&quot;,&quot;source&quot;:{&quot;id&quot;:&quot;62584a486f50fac473995f6d&quot;,&quot;type&quot;:&quot;ASSETS&quot;},&quot;isPremium&quot;:false},&quot;4299f4fa-0d76-4373-b669-c216d4848ccb&quot;:{&quot;relativeTransform&quot;:{&quot;translate&quot;:{&quot;x&quot;:-21.29234366117383,&quot;y&quot;:-186.90080873497763},&quot;rotate&quot;:0,&quot;skewX&quot;:0,&quot;scale&quot;:{&quot;x&quot;:1,&quot;y&quot;:1}},&quot;type&quot;:&quot;FIGURE_OBJECT&quot;,&quot;id&quot;:&quot;4299f4fa-0d76-4373-b669-c216d4848ccb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4e3c0d59-66d1-4392-aef6-95c54de1163b&quot;,&quot;order&quot;:&quot;72&quot;},&quot;name&quot;:&quot;Circle (line, editable)&quot;,&quot;displayName&quot;:&quot;Circle (line, editable)&quot;,&quot;source&quot;:{&quot;id&quot;:&quot;62584a486f50fac473995f6d&quot;,&quot;type&quot;:&quot;ASSETS&quot;},&quot;isPremium&quot;:false},&quot;15282552-d48e-4a05-87f0-cdf27edcb2f7&quot;:{&quot;relativeTransform&quot;:{&quot;translate&quot;:{&quot;x&quot;:8.379570541550684,&quot;y&quot;:-155.77266048896755},&quot;rotate&quot;:0,&quot;skewX&quot;:0,&quot;scale&quot;:{&quot;x&quot;:1,&quot;y&quot;:1}},&quot;type&quot;:&quot;FIGURE_OBJECT&quot;,&quot;id&quot;:&quot;15282552-d48e-4a05-87f0-cdf27edcb2f7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4e3c0d59-66d1-4392-aef6-95c54de1163b&quot;,&quot;order&quot;:&quot;75&quot;},&quot;name&quot;:&quot;Circle (line, editable)&quot;,&quot;displayName&quot;:&quot;Circle (line, editable)&quot;,&quot;source&quot;:{&quot;id&quot;:&quot;62584a486f50fac473995f6d&quot;,&quot;type&quot;:&quot;ASSETS&quot;},&quot;isPremium&quot;:false},&quot;ec5f29ff-c8c5-4f16-bbc0-3e7be2a7b483&quot;:{&quot;relativeTransform&quot;:{&quot;translate&quot;:{&quot;x&quot;:-24.323873443124064,&quot;y&quot;:-164.0494015820072},&quot;rotate&quot;:0,&quot;skewX&quot;:0,&quot;scale&quot;:{&quot;x&quot;:1,&quot;y&quot;:1}},&quot;type&quot;:&quot;FIGURE_OBJECT&quot;,&quot;id&quot;:&quot;ec5f29ff-c8c5-4f16-bbc0-3e7be2a7b483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4e3c0d59-66d1-4392-aef6-95c54de1163b&quot;,&quot;order&quot;:&quot;8&quot;},&quot;name&quot;:&quot;Circle (line, editable)&quot;,&quot;displayName&quot;:&quot;Circle (line, editable)&quot;,&quot;source&quot;:{&quot;id&quot;:&quot;62584a486f50fac473995f6d&quot;,&quot;type&quot;:&quot;ASSETS&quot;},&quot;isPremium&quot;:false},&quot;a2f5f5a9-4c85-44c2-8f90-c5095fd44f33&quot;:{&quot;relativeTransform&quot;:{&quot;translate&quot;:{&quot;x&quot;:-17.46629258520702,&quot;y&quot;:-216.1692994771564},&quot;rotate&quot;:0,&quot;skewX&quot;:0,&quot;scale&quot;:{&quot;x&quot;:1,&quot;y&quot;:1}},&quot;type&quot;:&quot;FIGURE_OBJECT&quot;,&quot;id&quot;:&quot;a2f5f5a9-4c85-44c2-8f90-c5095fd44f33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4e3c0d59-66d1-4392-aef6-95c54de1163b&quot;,&quot;order&quot;:&quot;9&quot;},&quot;name&quot;:&quot;Circle (line, editable)&quot;,&quot;displayName&quot;:&quot;Circle (line, editable)&quot;,&quot;source&quot;:{&quot;id&quot;:&quot;62584a486f50fac473995f6d&quot;,&quot;type&quot;:&quot;ASSETS&quot;},&quot;isPremium&quot;:false},&quot;3c6d19b5-5d2b-43bf-abba-a536cd6ab9a1&quot;:{&quot;id&quot;:&quot;3c6d19b5-5d2b-43bf-abba-a536cd6ab9a1&quot;,&quot;type&quot;:&quot;FIGURE_OBJECT&quot;,&quot;relativeTransform&quot;:{&quot;translate&quot;:{&quot;x&quot;:-183.07500281752903,&quot;y&quot;:-142.7402371573867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9]}],&quot;text&quot;:&quot;synthesis &quot;,&quot;baseStyle&quot;:{&quot;fontFamily&quot;:&quot;Arial&quot;,&quot;fontSize&quot;:18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7]}],&quot;text&quot;:&quot;of Se-PS&quot;,&quot;baseStyle&quot;:{&quot;fontFamily&quot;:&quot;Arial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4e3c0d59-66d1-4392-aef6-95c54de1163b&quot;,&quot;order&quot;:&quot;999&quot;}},&quot;4baeee1a-2d3a-4058-8c78-e7e73f256de9&quot;:{&quot;type&quot;:&quot;FIGURE_OBJECT&quot;,&quot;id&quot;:&quot;4baeee1a-2d3a-4058-8c78-e7e73f256de9&quot;,&quot;relativeTransform&quot;:{&quot;translate&quot;:{&quot;x&quot;:-183.07527442428213,&quot;y&quot;:-194.4555201093249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e3c0d59-66d1-4392-aef6-95c54de1163b&quot;,&quot;order&quot;:&quot;9995&quot;},&quot;connectorInfo&quot;:{&quot;type&quot;:&quot;LINE&quot;,&quot;offset&quot;:{&quot;x&quot;:0,&quot;y&quot;:0},&quot;bending&quot;:0.1,&quot;customized&quot;:false}},&quot;83b0dcd9-f642-46d9-b5c4-8c35941a8207&quot;:{&quot;id&quot;:&quot;83b0dcd9-f642-46d9-b5c4-8c35941a8207&quot;,&quot;type&quot;:&quot;FIGURE_OBJECT&quot;,&quot;relativeTransform&quot;:{&quot;translate&quot;:{&quot;x&quot;:137.2531557485306,&quot;y&quot;:-142.7405663942753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58]}],&quot;text&quot;:&quot;cryomilling of bulk Se-PS into irregularly shaped particles&quot;}],&quot;_lastCaretLocation&quot;:{&quot;lineIndex&quot;:0,&quot;runIndex&quot;:0,&quot;charIndex&quot;:42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4e3c0d59-66d1-4392-aef6-95c54de1163b&quot;,&quot;order&quot;:&quot;9996&quot;}},&quot;e2b67809-76e3-4df6-9759-f6a108c4affc&quot;:{&quot;type&quot;:&quot;FIGURE_OBJECT&quot;,&quot;id&quot;:&quot;e2b67809-76e3-4df6-9759-f6a108c4affc&quot;,&quot;relativeTransform&quot;:{&quot;translate&quot;:{&quot;x&quot;:137.18310196552798,&quot;y&quot;:-194.45545488262948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e3c0d59-66d1-4392-aef6-95c54de1163b&quot;,&quot;order&quot;:&quot;9997&quot;},&quot;connectorInfo&quot;:{&quot;type&quot;:&quot;LINE&quot;,&quot;offset&quot;:{&quot;x&quot;:0,&quot;y&quot;:0},&quot;bending&quot;:0.1,&quot;customized&quot;:false}},&quot;b08e9171-e180-4a48-838a-fbaaac3449d6&quot;:{&quot;relativeTransform&quot;:{&quot;translate&quot;:{&quot;x&quot;:322.8317680914471,&quot;y&quot;:-191.21045195125677},&quot;rotate&quot;:0,&quot;skewX&quot;:0,&quot;scale&quot;:{&quot;x&quot;:1,&quot;y&quot;:1}},&quot;type&quot;:&quot;FIGURE_OBJECT&quot;,&quot;id&quot;:&quot;b08e9171-e180-4a48-838a-fbaaac3449d6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d8b69b21-3ea4-4ac7-b647-244eb2c6a3c9&quot;:{&quot;relativeTransform&quot;:{&quot;translate&quot;:{&quot;x&quot;:372.0258106464166,&quot;y&quot;:-239.04342313827703},&quot;rotate&quot;:0,&quot;skewX&quot;:0,&quot;scale&quot;:{&quot;x&quot;:1,&quot;y&quot;:1}},&quot;type&quot;:&quot;FIGURE_OBJECT&quot;,&quot;id&quot;:&quot;d8b69b21-3ea4-4ac7-b647-244eb2c6a3c9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c3687d0e-0b91-4d8e-bcdc-b27bd4f03dea&quot;:{&quot;relativeTransform&quot;:{&quot;translate&quot;:{&quot;x&quot;:276.3307464819228,&quot;y&quot;:-218.9763903357999},&quot;rotate&quot;:0,&quot;skewX&quot;:0,&quot;scale&quot;:{&quot;x&quot;:1,&quot;y&quot;:1}},&quot;type&quot;:&quot;FIGURE_OBJECT&quot;,&quot;id&quot;:&quot;c3687d0e-0b91-4d8e-bcdc-b27bd4f03dea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68aca27c-fa18-4f8e-a4ce-bbb8bc702c65&quot;:{&quot;relativeTransform&quot;:{&quot;translate&quot;:{&quot;x&quot;:318.7834590440923,&quot;y&quot;:-246.9462145591696},&quot;rotate&quot;:0,&quot;skewX&quot;:0,&quot;scale&quot;:{&quot;x&quot;:1,&quot;y&quot;:1}},&quot;type&quot;:&quot;FIGURE_OBJECT&quot;,&quot;id&quot;:&quot;68aca27c-fa18-4f8e-a4ce-bbb8bc702c65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43a08542-5712-401d-bacb-79652265510a&quot;:{&quot;relativeTransform&quot;:{&quot;translate&quot;:{&quot;x&quot;:271.24946474101654,&quot;y&quot;:-261.99615658049447},&quot;rotate&quot;:0,&quot;skewX&quot;:0,&quot;scale&quot;:{&quot;x&quot;:1,&quot;y&quot;:1}},&quot;type&quot;:&quot;FIGURE_OBJECT&quot;,&quot;id&quot;:&quot;43a08542-5712-401d-bacb-79652265510a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a9fde135-3468-46ba-a7e8-ff5115aeb4dc&quot;:{&quot;relativeTransform&quot;:{&quot;translate&quot;:{&quot;x&quot;:271.9124039285682,&quot;y&quot;:-211.56577539489712},&quot;rotate&quot;:0,&quot;skewX&quot;:0,&quot;scale&quot;:{&quot;x&quot;:1,&quot;y&quot;:1}},&quot;type&quot;:&quot;FIGURE_OBJECT&quot;,&quot;id&quot;:&quot;a9fde135-3468-46ba-a7e8-ff5115aeb4dc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0857f1fc-59cf-477d-9ec0-87e0c331e64a&quot;:{&quot;relativeTransform&quot;:{&quot;translate&quot;:{&quot;x&quot;:315.61582320816603,&quot;y&quot;:-188.1800202200214},&quot;rotate&quot;:0,&quot;skewX&quot;:0,&quot;scale&quot;:{&quot;x&quot;:1,&quot;y&quot;:1}},&quot;type&quot;:&quot;FIGURE_OBJECT&quot;,&quot;id&quot;:&quot;0857f1fc-59cf-477d-9ec0-87e0c331e6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06fb1c2b-02b1-4fd6-b421-f8a7572d51fe&quot;:{&quot;relativeTransform&quot;:{&quot;translate&quot;:{&quot;x&quot;:339.00157838304176,&quot;y&quot;:-178.4190515624299},&quot;rotate&quot;:0,&quot;skewX&quot;:0,&quot;scale&quot;:{&quot;x&quot;:1,&quot;y&quot;:1}},&quot;type&quot;:&quot;FIGURE_OBJECT&quot;,&quot;id&quot;:&quot;06fb1c2b-02b1-4fd6-b421-f8a7572d51f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8691a093-124c-4255-a084-755c0f50894a&quot;:{&quot;relativeTransform&quot;:{&quot;translate&quot;:{&quot;x&quot;:359.51895744901555,&quot;y&quot;:-227.22076179491978},&quot;rotate&quot;:0,&quot;skewX&quot;:0,&quot;scale&quot;:{&quot;x&quot;:1,&quot;y&quot;:1}},&quot;type&quot;:&quot;FIGURE_OBJECT&quot;,&quot;id&quot;:&quot;8691a093-124c-4255-a084-755c0f5089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8efe8967-b90b-4cef-85e4-0540b44fdf6e&quot;:{&quot;relativeTransform&quot;:{&quot;translate&quot;:{&quot;x&quot;:383.8608379935253,&quot;y&quot;:-230.36748562738703},&quot;rotate&quot;:0,&quot;skewX&quot;:0,&quot;scale&quot;:{&quot;x&quot;:1,&quot;y&quot;:1}},&quot;type&quot;:&quot;FIGURE_OBJECT&quot;,&quot;id&quot;:&quot;8efe8967-b90b-4cef-85e4-0540b44fdf6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e4373a88-aecc-4b20-a97b-533b78d65a8e&quot;:{&quot;relativeTransform&quot;:{&quot;translate&quot;:{&quot;x&quot;:388.7250230909044,&quot;y&quot;:-250.72446611326595},&quot;rotate&quot;:0,&quot;skewX&quot;:0,&quot;scale&quot;:{&quot;x&quot;:1,&quot;y&quot;:1}},&quot;type&quot;:&quot;FIGURE_OBJECT&quot;,&quot;id&quot;:&quot;e4373a88-aecc-4b20-a97b-533b78d65a8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e2059018-ee6e-4a97-b91b-d3b9790453f3&quot;:{&quot;relativeTransform&quot;:{&quot;translate&quot;:{&quot;x&quot;:323.66918157463687,&quot;y&quot;:-242.15865416771692},&quot;rotate&quot;:0,&quot;skewX&quot;:0,&quot;scale&quot;:{&quot;x&quot;:1,&quot;y&quot;:1}},&quot;type&quot;:&quot;FIGURE_OBJECT&quot;,&quot;id&quot;:&quot;e2059018-ee6e-4a97-b91b-d3b9790453f3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7f83b02e-a329-4db7-9dc8-b3023e1256b3&quot;:{&quot;relativeTransform&quot;:{&quot;translate&quot;:{&quot;x&quot;:354.67658703529315,&quot;y&quot;:-266.69673772802395},&quot;rotate&quot;:0,&quot;skewX&quot;:0,&quot;scale&quot;:{&quot;x&quot;:1,&quot;y&quot;:1}},&quot;type&quot;:&quot;FIGURE_OBJECT&quot;,&quot;id&quot;:&quot;7f83b02e-a329-4db7-9dc8-b3023e1256b3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6815bdfc-3ab0-416c-b14a-164e6493d318&quot;:{&quot;relativeTransform&quot;:{&quot;translate&quot;:{&quot;x&quot;:354.67714488565537,&quot;y&quot;:-253.82836151507496},&quot;rotate&quot;:0,&quot;skewX&quot;:0,&quot;scale&quot;:{&quot;x&quot;:1,&quot;y&quot;:1}},&quot;type&quot;:&quot;FIGURE_OBJECT&quot;,&quot;id&quot;:&quot;6815bdfc-3ab0-416c-b14a-164e6493d31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eee490bf-2ec6-4bad-b190-9c46fdba58b8&quot;:{&quot;relativeTransform&quot;:{&quot;translate&quot;:{&quot;x&quot;:367.4022075704724,&quot;y&quot;:-203.9101273328562},&quot;rotate&quot;:0,&quot;skewX&quot;:0,&quot;scale&quot;:{&quot;x&quot;:1,&quot;y&quot;:1}},&quot;type&quot;:&quot;FIGURE_OBJECT&quot;,&quot;id&quot;:&quot;eee490bf-2ec6-4bad-b190-9c46fdba58b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169bbf24-1e3d-4428-8759-bd598a322078&quot;:{&quot;type&quot;:&quot;FIGURE_OBJECT&quot;,&quot;id&quot;:&quot;169bbf24-1e3d-4428-8759-bd598a322078&quot;,&quot;relativeTransform&quot;:{&quot;translate&quot;:{&quot;x&quot;:24.418412508015564,&quot;y&quot;:-62.22043237312556},&quot;rotate&quot;:0,&quot;skewX&quot;:0,&quot;scale&quot;:{&quot;x&quot;:1,&quot;y&quot;:1}},&quot;opacity&quot;:1,&quot;path&quot;:{&quot;type&quot;:&quot;POLY_LINE&quot;,&quot;points&quot;:[{&quot;x&quot;:379.5501704661092,&quot;y&quot;:-122.52745743275295},{&quot;x&quot;:428.48599868105094,&quot;y&quot;:-15.04542243381729},{&quot;x&quot;:409.2744773342734,&quot;y&quot;:76.06175223139319},{&quot;x&quot;:376.1307978125976,&quot;y&quot;:154.44158703271592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e3c0d59-66d1-4392-aef6-95c54de1163b&quot;,&quot;order&quot;:&quot;99999998&quot;},&quot;connectorInfo&quot;:{&quot;type&quot;:&quot;QUADRATIC&quot;,&quot;offset&quot;:{&quot;x&quot;:0,&quot;y&quot;:0},&quot;bending&quot;:0.1,&quot;customized&quot;:true}},&quot;a82184c1-e4b5-46b9-8514-fdaa9c8f3693&quot;:{&quot;id&quot;:&quot;a82184c1-e4b5-46b9-8514-fdaa9c8f3693&quot;,&quot;type&quot;:&quot;FIGURE_OBJECT&quot;,&quot;relativeTransform&quot;:{&quot;translate&quot;:{&quot;x&quot;:361.30271950692685,&quot;y&quot;:-34.0919707875955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33]}],&quot;text&quot;:&quot;centrifugation for size separation&quot;}],&quot;_lastCaretLocation&quot;:{&quot;lineIndex&quot;:0,&quot;runIndex&quot;:-1,&quot;charIndex&quot;:-1,&quot;endOfLine&quot;:true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4e3c0d59-66d1-4392-aef6-95c54de1163b&quot;,&quot;order&quot;:&quot;999999995&quot;}},&quot;43b25579-a593-48b5-a555-6ff06d0f2195&quot;:{&quot;type&quot;:&quot;FIGURE_OBJECT&quot;,&quot;id&quot;:&quot;43b25579-a593-48b5-a555-6ff06d0f2195&quot;,&quot;parent&quot;:{&quot;type&quot;:&quot;CHILD&quot;,&quot;parentId&quot;:&quot;4e3c0d59-66d1-4392-aef6-95c54de1163b&quot;,&quot;order&quot;:&quot;999999999&quot;},&quot;relativeTransform&quot;:{&quot;translate&quot;:{&quot;x&quot;:-8.835019686050998,&quot;y&quot;:-181.7560799935586},&quot;rotate&quot;:0,&quot;skewX&quot;:0,&quot;scale&quot;:{&quot;x&quot;:1,&quot;y&quot;:1}}},&quot;0633761d-8057-4c7c-a1e5-7e1654dc5f33&quot;:{&quot;id&quot;:&quot;0633761d-8057-4c7c-a1e5-7e1654dc5f33&quot;,&quot;name&quot;:&quot;Daphnia magna&quot;,&quot;displayName&quot;:&quot;&quot;,&quot;type&quot;:&quot;FIGURE_OBJECT&quot;,&quot;relativeTransform&quot;:{&quot;translate&quot;:{&quot;x&quot;:249.31069681384093,&quot;y&quot;:235.1510496246841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43b25579-a593-48b5-a555-6ff06d0f2195&quot;,&quot;order&quot;:&quot;2&quot;}},&quot;a7eaf937-b761-4cba-bce9-778e72f1154f&quot;:{&quot;id&quot;:&quot;a7eaf937-b761-4cba-bce9-778e72f1154f&quot;,&quot;name&quot;:&quot;Beaker (small, full)&quot;,&quot;displayName&quot;:&quot;Small beaker (full)&quot;,&quot;type&quot;:&quot;FIGURE_OBJECT&quot;,&quot;relativeTransform&quot;:{&quot;translate&quot;:{&quot;x&quot;:263.18438275360575,&quot;y&quot;:224.2213027975049},&quot;rotate&quot;:0,&quot;skewX&quot;:0,&quot;scale&quot;:{&quot;x&quot;:1,&quot;y&quot;:1}},&quot;image&quot;:{&quot;url&quot;:&quot;https://icons.cdn.biorender.com/biorender/5f232cd924a05b0028e8a35a/20220614182522/image/5f232cd924a05b0028e8a35a.png&quot;,&quot;isPremium&quot;:false,&quot;isOrgIcon&quot;:false,&quot;size&quot;:{&quot;x&quot;:100,&quot;y&quot;:130.67484662576686}},&quot;source&quot;:{&quot;id&quot;:&quot;5f232cd924a05b0028e8a35a&quot;,&quot;version&quot;:&quot;20220614182522&quot;,&quot;type&quot;:&quot;ASSETS&quot;},&quot;isPremium&quot;:false,&quot;parent&quot;:{&quot;type&quot;:&quot;CHILD&quot;,&quot;parentId&quot;:&quot;43b25579-a593-48b5-a555-6ff06d0f2195&quot;,&quot;order&quot;:&quot;1&quot;}},&quot;10396486-f3ab-41d9-ac7f-1b701cef7a59&quot;:{&quot;id&quot;:&quot;10396486-f3ab-41d9-ac7f-1b701cef7a59&quot;,&quot;name&quot;:&quot;Daphnia magna&quot;,&quot;displayName&quot;:&quot;&quot;,&quot;type&quot;:&quot;FIGURE_OBJECT&quot;,&quot;relativeTransform&quot;:{&quot;translate&quot;:{&quot;x&quot;:279.726914188869,&quot;y&quot;:249.46986483863236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43b25579-a593-48b5-a555-6ff06d0f2195&quot;,&quot;order&quot;:&quot;5&quot;}},&quot;6c8ddbc3-6f77-439a-a51f-c39cb6e2b2b8&quot;:{&quot;id&quot;:&quot;6c8ddbc3-6f77-439a-a51f-c39cb6e2b2b8&quot;,&quot;name&quot;:&quot;Daphnia magna&quot;,&quot;displayName&quot;:&quot;&quot;,&quot;type&quot;:&quot;FIGURE_OBJECT&quot;,&quot;relativeTransform&quot;:{&quot;translate&quot;:{&quot;x&quot;:249.31124030900406,&quot;y&quot;:262.61082135786745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43b25579-a593-48b5-a555-6ff06d0f2195&quot;,&quot;order&quot;:&quot;7&quot;}},&quot;cfb5cbf3-271c-407e-8902-11904c1ead3e&quot;:{&quot;id&quot;:&quot;cfb5cbf3-271c-407e-8902-11904c1ead3e&quot;,&quot;type&quot;:&quot;FIGURE_OBJECT&quot;,&quot;relativeTransform&quot;:{&quot;translate&quot;:{&quot;x&quot;:10.888045905850554,&quot;y&quot;:146.584524927538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43]}],&quot;text&quot;:&quot;obtaining histological slices using cryotome&quot;}],&quot;_lastCaretLocation&quot;:{&quot;lineIndex&quot;:0,&quot;runIndex&quot;:-1,&quot;charIndex&quot;:-1,&quot;endOfLine&quot;:true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4e3c0d59-66d1-4392-aef6-95c54de1163b&quot;,&quot;order&quot;:&quot;9999999992&quot;}},&quot;de485534-2d11-42be-aff0-bd88a54d0169&quot;:{&quot;type&quot;:&quot;FIGURE_OBJECT&quot;,&quot;id&quot;:&quot;de485534-2d11-42be-aff0-bd88a54d0169&quot;,&quot;relativeTransform&quot;:{&quot;translate&quot;:{&quot;x&quot;:10.887960095659189,&quot;y&quot;:95.4438162637214},&quot;rotate&quot;:-2.4492935982947064e-16,&quot;skewX&quot;:0,&quot;scale&quot;:{&quot;x&quot;:1,&quot;y&quot;:1}},&quot;opacity&quot;:1,&quot;path&quot;:{&quot;type&quot;:&quot;POLY_LINE&quot;,&quot;points&quot;:[{&quot;x&quot;:73.80960730551733,&quot;y&quot;:0},{&quot;x&quot;:-73.8096073055173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e3c0d59-66d1-4392-aef6-95c54de1163b&quot;,&quot;order&quot;:&quot;9999999995&quot;},&quot;connectorInfo&quot;:{&quot;type&quot;:&quot;LINE&quot;,&quot;offset&quot;:{&quot;x&quot;:0,&quot;y&quot;:0},&quot;bending&quot;:0.1,&quot;customized&quot;:false}},&quot;857db35b-4b7c-49bd-ad70-fb2e83bb62b1&quot;:{&quot;id&quot;:&quot;857db35b-4b7c-49bd-ad70-fb2e83bb62b1&quot;,&quot;type&quot;:&quot;FIGURE_OBJECT&quot;,&quot;relativeTransform&quot;:{&quot;translate&quot;:{&quot;x&quot;:270.1280436604437,&quot;y&quot;:146.5846843677011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5]},{&quot;style&quot;:{&quot;fontFamily&quot;:&quot;Arial&quot;,&quot;fontSize&quot;:18.666666666666664,&quot;color&quot;:&quot;black&quot;,&quot;fontWeight&quot;:&quot;normal&quot;,&quot;fontStyle&quot;:&quot;italic&quot;,&quot;decoration&quot;:&quot;none&quot;},&quot;range&quot;:[6,14]},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15,33]}],&quot;text&quot;:&quot;expose D. magna to Se-PS particles&quot;}],&quot;_lastCaretLocation&quot;:{&quot;lineIndex&quot;:0,&quot;runIndex&quot;:2,&quot;charIndex&quot;:15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4e3c0d59-66d1-4392-aef6-95c54de1163b&quot;,&quot;order&quot;:&quot;99999999998&quot;}},&quot;0c36b268-aafc-46fe-8f03-63208f6d7edb&quot;:{&quot;id&quot;:&quot;0c36b268-aafc-46fe-8f03-63208f6d7edb&quot;,&quot;type&quot;:&quot;FIGURE_OBJECT&quot;,&quot;relativeTransform&quot;:{&quot;translate&quot;:{&quot;x&quot;:-310.7311411710093,&quot;y&quot;:149.3713511202946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55]}],&quot;text&quot;:&quot;selenium and polymer detection using O-PTIR and TOF-SIMS&quot;}],&quot;_lastCaretLocation&quot;:{&quot;lineIndex&quot;:0,&quot;runIndex&quot;:0,&quot;charIndex&quot;:31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4e3c0d59-66d1-4392-aef6-95c54de1163b&quot;,&quot;order&quot;:&quot;99999999999&quot;}},&quot;501662f3-50e5-4699-bc1f-0e236acec8a5&quot;:{&quot;id&quot;:&quot;501662f3-50e5-4699-bc1f-0e236acec8a5&quot;,&quot;name&quot;:&quot;Picture2.jpg&quot;,&quot;type&quot;:&quot;FIGURE_OBJECT&quot;,&quot;relativeTransform&quot;:{&quot;translate&quot;:{&quot;x&quot;:-224.08416187290203,&quot;y&quot;:29.439291718404945},&quot;rotate&quot;:0,&quot;skewX&quot;:0,&quot;scale&quot;:{&quot;x&quot;:0.562316531757673,&quot;y&quot;:0.5623165317576732}},&quot;image&quot;:{&quot;url&quot;:&quot;https://core.services.biorender.com/api/uploads/noredirect/69e7a598dfdd0f2dea894187/1776788888459_accbd607-bd05-4fec-9085-39332456c782_icon.jpg&quot;,&quot;fallbackUrl&quot;:&quot;https://core.services.biorender.com/api/uploads/noredirect/69e7a598dfdd0f2dea894187/1776788888459_accbd607-bd05-4fec-9085-39332456c782_icon.jpg&quot;,&quot;isPremium&quot;:false,&quot;isSignedURL&quot;:true,&quot;size&quot;:{&quot;x&quot;:300,&quot;y&quot;:278.7096774193549}},&quot;source&quot;:{&quot;id&quot;:&quot;69e7a598dfdd0f2dea894187&quot;,&quot;type&quot;:&quot;UPLOADS&quot;},&quot;isPremium&quot;:false,&quot;parent&quot;:{&quot;type&quot;:&quot;CHILD&quot;,&quot;parentId&quot;:&quot;4e3c0d59-66d1-4392-aef6-95c54de1163b&quot;,&quot;order&quot;:&quot;999999999995&quot;}},&quot;a148e19e-49a4-455d-a349-983e70347845&quot;:{&quot;id&quot;:&quot;a148e19e-49a4-455d-a349-983e70347845&quot;,&quot;name&quot;:&quot;Picture1.jpg&quot;,&quot;type&quot;:&quot;FIGURE_OBJECT&quot;,&quot;relativeTransform&quot;:{&quot;translate&quot;:{&quot;x&quot;:-397.8191662588174,&quot;y&quot;:28.244139485519014},&quot;rotate&quot;:0,&quot;skewX&quot;:0,&quot;scale&quot;:{&quot;x&quot;:0.47361277017903997,&quot;y&quot;:0.4736127701790399}},&quot;image&quot;:{&quot;url&quot;:&quot;https://core.services.biorender.com/api/uploads/noredirect/69e7a59893accf33868cdceb/1776788888310_0c2acfb0-ce79-4e24-a939-1d0e4b986ddb_icon.jpg&quot;,&quot;fallbackUrl&quot;:&quot;https://core.services.biorender.com/api/uploads/noredirect/69e7a59893accf33868cdceb/1776788888310_0c2acfb0-ce79-4e24-a939-1d0e4b986ddb_icon.jpg&quot;,&quot;isPremium&quot;:false,&quot;isSignedURL&quot;:true,&quot;size&quot;:{&quot;x&quot;:300,&quot;y&quot;:325.86206896551727}},&quot;source&quot;:{&quot;id&quot;:&quot;69e7a59893accf33868cdceb&quot;,&quot;type&quot;:&quot;UPLOADS&quot;},&quot;isPremium&quot;:false,&quot;parent&quot;:{&quot;type&quot;:&quot;CHILD&quot;,&quot;parentId&quot;:&quot;4e3c0d59-66d1-4392-aef6-95c54de1163b&quot;,&quot;order&quot;:&quot;999999999997&quot;}},&quot;fe53c0cc-d5cb-4086-8835-7804f35edf57&quot;:{&quot;id&quot;:&quot;fe53c0cc-d5cb-4086-8835-7804f35edf57&quot;,&quot;name&quot;:&quot;Round bottom flask (2 port, full liquid)&quot;,&quot;displayName&quot;:&quot;&quot;,&quot;type&quot;:&quot;FIGURE_OBJECT&quot;,&quot;relativeTransform&quot;:{&quot;translate&quot;:{&quot;x&quot;:-13.922692008620253,&quot;y&quot;:-1.3820794982999507},&quot;rotate&quot;:0,&quot;skewX&quot;:0,&quot;scale&quot;:{&quot;x&quot;:0.40435327627266066,&quot;y&quot;:0.4043532762726606}},&quot;image&quot;:{&quot;url&quot;:&quot;https://icons.cdn.biorender.com/biorender/649f01cba5daea854d094426/649f00e0a5daeacccb094407.png&quot;,&quot;isPremium&quot;:false,&quot;isOrgIcon&quot;:false,&quot;size&quot;:{&quot;x&quot;:175,&quot;y&quot;:233.33333333333334},&quot;fallbackUrl&quot;:&quot;sources/icons/649f01cba5daea854d094426/649f00e0a5daeacccb094407.svg&quot;},&quot;source&quot;:{&quot;id&quot;:&quot;649f00e0a5daeacccb094407&quot;,&quot;version&quot;:&quot;20230630162417&quot;,&quot;type&quot;:&quot;ASSETS&quot;},&quot;isPremium&quot;:false,&quot;parent&quot;:{&quot;type&quot;:&quot;CHILD&quot;,&quot;parentId&quot;:&quot;0bc7fbb2-4a16-4a89-b948-1f32b2520f06&quot;,&quot;order&quot;:&quot;2&quot;}},&quot;0df14e70-2f55-4c69-9976-a5e319f92a20&quot;:{&quot;id&quot;:&quot;0df14e70-2f55-4c69-9976-a5e319f92a20&quot;,&quot;name&quot;:&quot;Flask stopper&quot;,&quot;displayName&quot;:&quot;&quot;,&quot;type&quot;:&quot;FIGURE_OBJECT&quot;,&quot;relativeTransform&quot;:{&quot;translate&quot;:{&quot;x&quot;:-44.82431855770621,&quot;y&quot;:-36.45602941928494},&quot;rotate&quot;:-0.5052087259062565,&quot;skewX&quot;:8.487862003590673e-17,&quot;scale&quot;:{&quot;x&quot;:0.4043532762726607,&quot;y&quot;:0.4043532762726607}},&quot;image&quot;:{&quot;url&quot;:&quot;https://icons.cdn.biorender.com/biorender/5f08ac6c9d890700268f57e0/20200714204539/image/5f08ac6c9d890700268f57e0.png&quot;,&quot;isPremium&quot;:false,&quot;isOrgIcon&quot;:false,&quot;size&quot;:{&quot;x&quot;:39.57,&quot;y&quot;:46.5121052631579}},&quot;source&quot;:{&quot;id&quot;:&quot;5f08ac6c9d890700268f57e0&quot;,&quot;version&quot;:&quot;20200714204539&quot;,&quot;type&quot;:&quot;ASSETS&quot;},&quot;isPremium&quot;:false,&quot;parent&quot;:{&quot;type&quot;:&quot;CHILD&quot;,&quot;parentId&quot;:&quot;0bc7fbb2-4a16-4a89-b948-1f32b2520f06&quot;,&quot;order&quot;:&quot;5&quot;}},&quot;d7d4da99-5ec2-4e92-a8b5-18d9af7ff6fc&quot;:{&quot;id&quot;:&quot;d7d4da99-5ec2-4e92-a8b5-18d9af7ff6fc&quot;,&quot;name&quot;:&quot;Flask stopper&quot;,&quot;displayName&quot;:&quot;&quot;,&quot;type&quot;:&quot;FIGURE_OBJECT&quot;,&quot;relativeTransform&quot;:{&quot;translate&quot;:{&quot;x&quot;:-7.044861765861791,&quot;y&quot;:-53.09028257636714},&quot;rotate&quot;:0,&quot;skewX&quot;:0,&quot;scale&quot;:{&quot;x&quot;:0.49751928555237984,&quot;y&quot;:0.4975192855523798}},&quot;image&quot;:{&quot;url&quot;:&quot;https://icons.cdn.biorender.com/biorender/5f08ac6c9d890700268f57e0/20200714204539/image/5f08ac6c9d890700268f57e0.png&quot;,&quot;isPremium&quot;:false,&quot;isOrgIcon&quot;:false,&quot;size&quot;:{&quot;x&quot;:39.57,&quot;y&quot;:46.5121052631579}},&quot;source&quot;:{&quot;id&quot;:&quot;5f08ac6c9d890700268f57e0&quot;,&quot;version&quot;:&quot;20200714204539&quot;,&quot;type&quot;:&quot;ASSETS&quot;},&quot;isPremium&quot;:false,&quot;parent&quot;:{&quot;type&quot;:&quot;CHILD&quot;,&quot;parentId&quot;:&quot;0bc7fbb2-4a16-4a89-b948-1f32b2520f06&quot;,&quot;order&quot;:&quot;7&quot;}},&quot;0bc7fbb2-4a16-4a89-b948-1f32b2520f06&quot;:{&quot;type&quot;:&quot;FIGURE_OBJECT&quot;,&quot;id&quot;:&quot;0bc7fbb2-4a16-4a89-b948-1f32b2520f06&quot;,&quot;parent&quot;:{&quot;type&quot;:&quot;CHILD&quot;,&quot;parentId&quot;:&quot;4e3c0d59-66d1-4392-aef6-95c54de1163b&quot;,&quot;order&quot;:&quot;9999999999997&quot;},&quot;relativeTransform&quot;:{&quot;translate&quot;:{&quot;x&quot;:-176.17660825433688,&quot;y&quot;:-253.18163197840917},&quot;rotate&quot;:0,&quot;skewX&quot;:0,&quot;scale&quot;:{&quot;x&quot;:1,&quot;y&quot;:1}}},&quot;1b642744-8deb-4c67-977c-3fbfb40488f4&quot;:{&quot;id&quot;:&quot;1b642744-8deb-4c67-977c-3fbfb40488f4&quot;,&quot;name&quot;:&quot;Snowflake (symbol)&quot;,&quot;displayName&quot;:&quot;&quot;,&quot;type&quot;:&quot;FIGURE_OBJECT&quot;,&quot;relativeTransform&quot;:{&quot;translate&quot;:{&quot;x&quot;:105.95083011087033,&quot;y&quot;:-262.0224571439396},&quot;rotate&quot;:0,&quot;skewX&quot;:0,&quot;scale&quot;:{&quot;x&quot;:0.46211071497307604,&quot;y&quot;:0.46211071497307604}},&quot;image&quot;:{&quot;url&quot;:&quot;https://icons.cdn.biorender.com/biorender/5b292654cbc71a00141f88f9/20180619155356/image/5b292654cbc71a00141f88f9.png&quot;,&quot;isPremium&quot;:false,&quot;isOrgIcon&quot;:false,&quot;size&quot;:{&quot;x&quot;:100,&quot;y&quot;:110.20408163265306}},&quot;source&quot;:{&quot;id&quot;:&quot;5b292654cbc71a00141f88f9&quot;,&quot;version&quot;:&quot;20180619155356&quot;,&quot;type&quot;:&quot;ASSETS&quot;},&quot;isPremium&quot;:false,&quot;parent&quot;:{&quot;type&quot;:&quot;CHILD&quot;,&quot;parentId&quot;:&quot;4e3c0d59-66d1-4392-aef6-95c54de1163b&quot;,&quot;order&quot;:&quot;9999999999998&quot;}},&quot;5918fdb1-46d4-4b54-a481-d095f98d7ce4&quot;:{&quot;id&quot;:&quot;5918fdb1-46d4-4b54-a481-d095f98d7ce4&quot;,&quot;name&quot;:&quot;Gear&quot;,&quot;displayName&quot;:&quot;&quot;,&quot;type&quot;:&quot;FIGURE_OBJECT&quot;,&quot;relativeTransform&quot;:{&quot;translate&quot;:{&quot;x&quot;:-10.775682726720508,&quot;y&quot;:-6.660999055315558},&quot;rotate&quot;:0,&quot;skewX&quot;:0,&quot;scale&quot;:{&quot;x&quot;:0.35062359567525014,&quot;y&quot;:0.35062359567525014}},&quot;image&quot;:{&quot;url&quot;:&quot;https://icons.cdn.biorender.com/biorender/5be5e6587664d21200a3f671/5be5e6257664d21200a3f61f.png&quot;,&quot;isPremium&quot;:false,&quot;isOrgIcon&quot;:false,&quot;size&quot;:{&quot;x&quot;:100,&quot;y&quot;:101.48367952522254},&quot;fallbackUrl&quot;:&quot;sources/icons/5be5e6587664d21200a3f671/5be5e6257664d21200a3f61f.svg&quot;},&quot;source&quot;:{&quot;id&quot;:&quot;5be5e6257664d21200a3f61f&quot;,&quot;version&quot;:&quot;20190307191747&quot;,&quot;type&quot;:&quot;ASSETS&quot;},&quot;isPremium&quot;:false,&quot;parent&quot;:{&quot;type&quot;:&quot;CHILD&quot;,&quot;parentId&quot;:&quot;c4bc8d14-a156-4cab-b177-090fb50c0ab3&quot;,&quot;order&quot;:&quot;2&quot;}},&quot;5ee1cdff-64cd-45fb-b65c-4407a0c5fa9f&quot;:{&quot;id&quot;:&quot;5ee1cdff-64cd-45fb-b65c-4407a0c5fa9f&quot;,&quot;name&quot;:&quot;Gear&quot;,&quot;displayName&quot;:&quot;&quot;,&quot;type&quot;:&quot;FIGURE_OBJECT&quot;,&quot;relativeTransform&quot;:{&quot;translate&quot;:{&quot;x&quot;:13.759859445538595,&quot;y&quot;:15.219370402152766},&quot;rotate&quot;:0,&quot;skewX&quot;:0,&quot;scale&quot;:{&quot;x&quot;:0.35062359567525014,&quot;y&quot;:0.35062359567525014}},&quot;image&quot;:{&quot;url&quot;:&quot;https://icons.cdn.biorender.com/biorender/5be5e6587664d21200a3f671/5be5e6257664d21200a3f61f.png&quot;,&quot;isPremium&quot;:false,&quot;isOrgIcon&quot;:false,&quot;size&quot;:{&quot;x&quot;:100,&quot;y&quot;:101.48367952522254},&quot;fallbackUrl&quot;:&quot;sources/icons/5be5e6587664d21200a3f671/5be5e6257664d21200a3f61f.svg&quot;},&quot;source&quot;:{&quot;id&quot;:&quot;5be5e6257664d21200a3f61f&quot;,&quot;version&quot;:&quot;20190307191747&quot;,&quot;type&quot;:&quot;ASSETS&quot;},&quot;isPremium&quot;:false,&quot;parent&quot;:{&quot;type&quot;:&quot;CHILD&quot;,&quot;parentId&quot;:&quot;c4bc8d14-a156-4cab-b177-090fb50c0ab3&quot;,&quot;order&quot;:&quot;5&quot;}},&quot;c4bc8d14-a156-4cab-b177-090fb50c0ab3&quot;:{&quot;type&quot;:&quot;FIGURE_OBJECT&quot;,&quot;id&quot;:&quot;c4bc8d14-a156-4cab-b177-090fb50c0ab3&quot;,&quot;parent&quot;:{&quot;type&quot;:&quot;CHILD&quot;,&quot;parentId&quot;:&quot;4e3c0d59-66d1-4392-aef6-95c54de1163b&quot;,&quot;order&quot;:&quot;99999999999995&quot;},&quot;relativeTransform&quot;:{&quot;translate&quot;:{&quot;x&quot;:159.45784062889663,&quot;y&quot;:-232.5540263301845},&quot;rotate&quot;:0,&quot;skewX&quot;:0,&quot;scale&quot;:{&quot;x&quot;:1,&quot;y&quot;:1}}},&quot;27a5164d-7b92-4d50-bbbb-f108080351f9&quot;:{&quot;relativeTransform&quot;:{&quot;translate&quot;:{&quot;x&quot;:355.18696130050375,&quot;y&quot;:-96.95576915682753},&quot;rotate&quot;:-7.216449660063516e-16,&quot;skewX&quot;:5.5511151231257704e-17,&quot;scale&quot;:{&quot;x&quot;:1.0000000000000002,&quot;y&quot;:1.0000000000000004}},&quot;type&quot;:&quot;FIGURE_OBJECT&quot;,&quot;id&quot;:&quot;27a5164d-7b92-4d50-bbbb-f108080351f9&quot;,&quot;name&quot;:&quot;Falcon tube (centrifuging)&quot;,&quot;displayName&quot;:&quot;Falcon tube (centrifuging)&quot;,&quot;opacity&quot;:1,&quot;source&quot;:{&quot;id&quot;:&quot;67069d69c2e04440ef012f0f&quot;,&quot;type&quot;:&quot;ASSETS&quot;},&quot;pathStyles&quot;:[{&quot;type&quot;:&quot;FILL&quot;,&quot;fillStyle&quot;:&quot;rgb(0,0,0)&quot;}],&quot;isLocked&quot;:false,&quot;parent&quot;:{&quot;type&quot;:&quot;CHILD&quot;,&quot;parentId&quot;:&quot;4e3c0d59-66d1-4392-aef6-95c54de1163b&quot;,&quot;order&quot;:&quot;99999999999997&quot;},&quot;isPremium&quot;:false},&quot;b595680a-a5bb-47f0-99a3-15915652a18b&quot;:{&quot;relativeTransform&quot;:{&quot;translate&quot;:{&quot;x&quot;:23.731075208942038,&quot;y&quot;:-26.44847601248548},&quot;rotate&quot;:0},&quot;type&quot;:&quot;FIGURE_OBJECT&quot;,&quot;id&quot;:&quot;b595680a-a5bb-47f0-99a3-15915652a18b&quot;,&quot;parent&quot;:{&quot;type&quot;:&quot;CHILD&quot;,&quot;parentId&quot;:&quot;27a5164d-7b92-4d50-bbbb-f108080351f9&quot;,&quot;order&quot;:&quot;3&quot;},&quot;name&quot;:&quot;Falcon tube (50mL, 1/2 liquid, with cap) &quot;,&quot;displayName&quot;:&quot;Falcon tube (50mL, 1/2 liquid, with cap) &quot;,&quot;source&quot;:{&quot;id&quot;:&quot;606df534a2aab000a6fda153&quot;,&quot;type&quot;:&quot;ASSETS&quot;},&quot;isPremium&quot;:true},&quot;727368fe-e1de-4594-a830-0db1266d7176&quot;:{&quot;id&quot;:&quot;727368fe-e1de-4594-a830-0db1266d7176&quot;,&quot;name&quot;:&quot;Falcon tube (50mL, 1/2 liquid)&quot;,&quot;type&quot;:&quot;FIGURE_OBJECT&quot;,&quot;relativeTransform&quot;:{&quot;translate&quot;:{&quot;x&quot;:-16.48465227185392,&quot;y&quot;:17.682160569606445},&quot;rotate&quot;:0,&quot;skewX&quot;:0,&quot;scale&quot;:{&quot;x&quot;:0.23660083716773886,&quot;y&quot;:0.23660083716773886}},&quot;image&quot;:{&quot;url&quot;:&quot;https://icons.biorender.com/biorender/606c73c2c6644b0028d7d274/falcon-tube-50-ml-1-2-liquid.png&quot;,&quot;fallbackUrl&quot;:&quot;https://res.cloudinary.com/dlcjuc3ej/image/upload/v1617720252/yildpcjrgf3jywcbbykf.svg#/keystone/api/icons/606c73c2c6644b0028d7d274/falcon-tube-50-ml-1-2-liquid.svg#/keystone/api/icons/606c73c2c6644b0028d7d274/falcon-tube-50-ml-1-2-liquid.svg#/keystone/api/icons/606c73c2c6644b0028d7d274/falcon-tube-50-ml-1-2-liquid.svg#/keystone/api/icons/606c73c2c6644b0028d7d274/falcon-tube-50-ml-1-2-liquid.svg#/keystone/api/icons/606c73c2c6644b0028d7d274/falcon-tube-50-ml-1-2-liquid.svg&quot;,&quot;isPremium&quot;:false,&quot;isPacked&quot;:true,&quot;size&quot;:{&quot;x&quot;:75,&quot;y&quot;:243.57142857142858}},&quot;source&quot;:{&quot;id&quot;:&quot;606c7350c6644b0028d7d251&quot;,&quot;type&quot;:&quot;ASSETS&quot;},&quot;parent&quot;:{&quot;type&quot;:&quot;CHILD&quot;,&quot;parentId&quot;:&quot;b595680a-a5bb-47f0-99a3-15915652a18b&quot;,&quot;order&quot;:&quot;2&quot;}},&quot;297a74cb-f61a-426b-a6ce-940328cf7acc&quot;:{&quot;id&quot;:&quot;297a74cb-f61a-426b-a6ce-940328cf7acc&quot;,&quot;name&quot;:&quot;Screw cap 1&quot;,&quot;type&quot;:&quot;FIGURE_OBJECT&quot;,&quot;relativeTransform&quot;:{&quot;translate&quot;:{&quot;x&quot;:-16.484607238063287,&quot;y&quot;:-4.649934619743479},&quot;rotate&quot;:0,&quot;skewX&quot;:0,&quot;scale&quot;:{&quot;x&quot;:0.3820919006085638,&quot;y&quot;:0.3820919006085638}},&quot;image&quot;:{&quot;url&quot;:&quot;https://icons.biorender.com/biorender/5f076a089d890700268f57b3/screw-cap-1.png&quot;,&quot;fallbackUrl&quot;:&quot;https://res.cloudinary.com/dlcjuc3ej/image/upload/v1594321413/c2ddrv4cluvpvutvtyvl.svg#/keystone/api/icons/5f076a089d890700268f57b3/screw-cap-1.svg#/keystone/api/icons/5f076a089d890700268f57b3/screw-cap-1.svg#/keystone/api/icons/5f076a089d890700268f57b3/screw-cap-1.svg#/keystone/api/icons/5f076a089d890700268f57b3/screw-cap-1.svg#/keystone/api/icons/5f076a089d890700268f57b3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b595680a-a5bb-47f0-99a3-15915652a18b&quot;,&quot;order&quot;:&quot;5&quot;},&quot;opacity&quot;:1},&quot;68407e0a-47eb-4656-84a6-1583bc27a640&quot;:{&quot;type&quot;:&quot;FIGURE_OBJECT&quot;,&quot;id&quot;:&quot;68407e0a-47eb-4656-84a6-1583bc27a640&quot;,&quot;relativeTransform&quot;:{&quot;translate&quot;:{&quot;x&quot;:7.246564674640827,&quot;y&quot;:-18.195797114187545},&quot;rotate&quot;:0},&quot;opacity&quot;:1,&quot;path&quot;:{&quot;type&quot;:&quot;ARC&quot;,&quot;size&quot;:{&quot;x&quot;:32.45509462115841,&quot;y&quot;:9.309446366065794},&quot;startAngle&quot;:-1.0474215166696987,&quot;sweepAngle&quot;:5.13190900267746,&quot;selectedObjectIds&quot;:[&quot;a434bf5c-f828-4522-8785-d117bc971f80&quot;]},&quot;pathStyles&quot;:[{&quot;type&quot;:&quot;FILL&quot;,&quot;fillStyle&quot;:&quot;rgba(0,0,0,0)&quot;},{&quot;type&quot;:&quot;STROKE&quot;,&quot;strokeStyle&quot;:{&quot;units&quot;:&quot;PATH_LENGTH&quot;,&quot;stops&quot;:{&quot;0&quot;:&quot;#2571B7&quot;,&quot;1&quot;:&quot;#2571B700&quot;,&quot;0.55&quot;:&quot;#2571B7&quot;}},&quot;lineWidth&quot;:1.2375760101056792,&quot;lineJoin&quot;:&quot;round&quot;}],&quot;pathMarkers&quot;:{&quot;markerStart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7a5164d-7b92-4d50-bbbb-f108080351f9&quot;,&quot;order&quot;:&quot;7&quot;}},&quot;2ad7fd4d-8269-4fa7-9b98-4c8181518e31&quot;:{&quot;id&quot;:&quot;2ad7fd4d-8269-4fa7-9b98-4c8181518e31&quot;,&quot;name&quot;:&quot;Razor Blade&quot;,&quot;displayName&quot;:&quot;&quot;,&quot;type&quot;:&quot;FIGURE_OBJECT&quot;,&quot;relativeTransform&quot;:{&quot;translate&quot;:{&quot;x&quot;:9.008373824671022,&quot;y&quot;:37.865198739483134},&quot;rotate&quot;:-0.8712715084826645,&quot;skewX&quot;:0,&quot;scale&quot;:{&quot;x&quot;:0.7756986051809045,&quot;y&quot;:0.7756986051809045}},&quot;image&quot;:{&quot;url&quot;:&quot;https://icons.cdn.biorender.com/biorender/5e4bf1452f51c8002835af62/20200218141656/image/5e4bf1452f51c8002835af62.png&quot;,&quot;isPremium&quot;:false,&quot;isOrgIcon&quot;:false,&quot;size&quot;:{&quot;x&quot;:100,&quot;y&quot;:62.244897959183675}},&quot;source&quot;:{&quot;id&quot;:&quot;5e4bf1452f51c8002835af62&quot;,&quot;version&quot;:&quot;20200218141656&quot;,&quot;type&quot;:&quot;ASSETS&quot;},&quot;isPremium&quot;:false,&quot;parent&quot;:{&quot;type&quot;:&quot;CHILD&quot;,&quot;parentId&quot;:&quot;4e3c0d59-66d1-4392-aef6-95c54de1163b&quot;,&quot;order&quot;:&quot;99999999999998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120896b4-6dce-4b60-9cdf-b356a3528c1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120896b4-6dce-4b60-9cdf-b356a3528c13&quot;:{&quot;id&quot;:&quot;120896b4-6dce-4b60-9cdf-b356a3528c13&quot;,&quot;name&quot;:&quot;image.png&quot;,&quot;type&quot;:&quot;FIGURE_OBJECT&quot;,&quot;relativeTransform&quot;:{&quot;translate&quot;:{&quot;x&quot;:-363.6283500581727,&quot;y&quot;:-194.45634822353873},&quot;rotate&quot;:0,&quot;skewX&quot;:0,&quot;scale&quot;:{&quot;x&quot;:0.5915349327749331,&quot;y&quot;:0.5915349327749331}},&quot;image&quot;:{&quot;url&quot;:&quot;https://core.services.biorender.com/api/uploads/noredirect/69e651260c4592556e65298b/1776701734556_314743f3-4614-41da-aa2e-3089cb0c796c_icon.png&quot;,&quot;isPremium&quot;:false,&quot;isSignedURL&quot;:true,&quot;size&quot;:{&quot;x&quot;:300,&quot;y&quot;:421.6738197424893}},&quot;source&quot;:{&quot;id&quot;:&quot;69e651260c4592556e65298b&quot;,&quot;type&quot;:&quot;UPLOADS&quot;},&quot;isPremium&quot;:false,&quot;parent&quot;:{&quot;type&quot;:&quot;CHILD&quot;,&quot;parentId&quot;:&quot;4e3c0d59-66d1-4392-aef6-95c54de1163b&quot;,&quot;order&quot;:&quot;5&quot;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2b67809-76e3-4df6-9759-f6a108c4affc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2b67809-76e3-4df6-9759-f6a108c4affc&quot;:{&quot;type&quot;:&quot;FIGURE_OBJECT&quot;,&quot;id&quot;:&quot;e2b67809-76e3-4df6-9759-f6a108c4affc&quot;,&quot;relativeTransform&quot;:{&quot;translate&quot;:{&quot;x&quot;:137.18310196552798,&quot;y&quot;:-194.45545488262948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e3c0d59-66d1-4392-aef6-95c54de1163b&quot;,&quot;order&quot;:&quot;9997&quot;},&quot;connectorInfo&quot;:{&quot;type&quot;:&quot;LINE&quot;,&quot;offset&quot;:{&quot;x&quot;:0,&quot;y&quot;:0},&quot;bending&quot;:0.1,&quot;customized&quot;:false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169bbf24-1e3d-4428-8759-bd598a32207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169bbf24-1e3d-4428-8759-bd598a322078&quot;:{&quot;type&quot;:&quot;FIGURE_OBJECT&quot;,&quot;id&quot;:&quot;169bbf24-1e3d-4428-8759-bd598a322078&quot;,&quot;relativeTransform&quot;:{&quot;translate&quot;:{&quot;x&quot;:24.418412508015564,&quot;y&quot;:-62.22043237312556},&quot;rotate&quot;:0,&quot;skewX&quot;:0,&quot;scale&quot;:{&quot;x&quot;:1,&quot;y&quot;:1}},&quot;opacity&quot;:1,&quot;path&quot;:{&quot;type&quot;:&quot;POLY_LINE&quot;,&quot;points&quot;:[{&quot;x&quot;:379.5501704661092,&quot;y&quot;:-122.52745743275295},{&quot;x&quot;:428.48599868105094,&quot;y&quot;:-15.04542243381729},{&quot;x&quot;:409.2744773342734,&quot;y&quot;:76.06175223139319},{&quot;x&quot;:376.1307978125976,&quot;y&quot;:154.44158703271592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e3c0d59-66d1-4392-aef6-95c54de1163b&quot;,&quot;order&quot;:&quot;99999998&quot;},&quot;connectorInfo&quot;:{&quot;type&quot;:&quot;QUADRATIC&quot;,&quot;offset&quot;:{&quot;x&quot;:0,&quot;y&quot;:0},&quot;bending&quot;:0.1,&quot;customized&quot;:true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43b25579-a593-48b5-a555-6ff06d0f2195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3b25579-a593-48b5-a555-6ff06d0f2195&quot;:{&quot;type&quot;:&quot;FIGURE_OBJECT&quot;,&quot;id&quot;:&quot;43b25579-a593-48b5-a555-6ff06d0f2195&quot;,&quot;parent&quot;:{&quot;type&quot;:&quot;CHILD&quot;,&quot;parentId&quot;:&quot;4e3c0d59-66d1-4392-aef6-95c54de1163b&quot;,&quot;order&quot;:&quot;999999999&quot;},&quot;relativeTransform&quot;:{&quot;translate&quot;:{&quot;x&quot;:-8.835019686050998,&quot;y&quot;:-181.7560799935586},&quot;rotate&quot;:0,&quot;skewX&quot;:0,&quot;scale&quot;:{&quot;x&quot;:1,&quot;y&quot;:1}}},&quot;0633761d-8057-4c7c-a1e5-7e1654dc5f33&quot;:{&quot;id&quot;:&quot;0633761d-8057-4c7c-a1e5-7e1654dc5f33&quot;,&quot;name&quot;:&quot;Daphnia magna&quot;,&quot;displayName&quot;:&quot;&quot;,&quot;type&quot;:&quot;FIGURE_OBJECT&quot;,&quot;relativeTransform&quot;:{&quot;translate&quot;:{&quot;x&quot;:249.31069681384093,&quot;y&quot;:235.1510496246841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43b25579-a593-48b5-a555-6ff06d0f2195&quot;,&quot;order&quot;:&quot;2&quot;}},&quot;a7eaf937-b761-4cba-bce9-778e72f1154f&quot;:{&quot;id&quot;:&quot;a7eaf937-b761-4cba-bce9-778e72f1154f&quot;,&quot;name&quot;:&quot;Beaker (small, full)&quot;,&quot;displayName&quot;:&quot;Small beaker (full)&quot;,&quot;type&quot;:&quot;FIGURE_OBJECT&quot;,&quot;relativeTransform&quot;:{&quot;translate&quot;:{&quot;x&quot;:263.18438275360575,&quot;y&quot;:224.2213027975049},&quot;rotate&quot;:0,&quot;skewX&quot;:0,&quot;scale&quot;:{&quot;x&quot;:1,&quot;y&quot;:1}},&quot;image&quot;:{&quot;url&quot;:&quot;https://icons.cdn.biorender.com/biorender/5f232cd924a05b0028e8a35a/20220614182522/image/5f232cd924a05b0028e8a35a.png&quot;,&quot;isPremium&quot;:false,&quot;isOrgIcon&quot;:false,&quot;size&quot;:{&quot;x&quot;:100,&quot;y&quot;:130.67484662576686}},&quot;source&quot;:{&quot;id&quot;:&quot;5f232cd924a05b0028e8a35a&quot;,&quot;version&quot;:&quot;20220614182522&quot;,&quot;type&quot;:&quot;ASSETS&quot;},&quot;isPremium&quot;:false,&quot;parent&quot;:{&quot;type&quot;:&quot;CHILD&quot;,&quot;parentId&quot;:&quot;43b25579-a593-48b5-a555-6ff06d0f2195&quot;,&quot;order&quot;:&quot;1&quot;}},&quot;10396486-f3ab-41d9-ac7f-1b701cef7a59&quot;:{&quot;id&quot;:&quot;10396486-f3ab-41d9-ac7f-1b701cef7a59&quot;,&quot;name&quot;:&quot;Daphnia magna&quot;,&quot;displayName&quot;:&quot;&quot;,&quot;type&quot;:&quot;FIGURE_OBJECT&quot;,&quot;relativeTransform&quot;:{&quot;translate&quot;:{&quot;x&quot;:279.726914188869,&quot;y&quot;:249.46986483863236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43b25579-a593-48b5-a555-6ff06d0f2195&quot;,&quot;order&quot;:&quot;5&quot;}},&quot;6c8ddbc3-6f77-439a-a51f-c39cb6e2b2b8&quot;:{&quot;id&quot;:&quot;6c8ddbc3-6f77-439a-a51f-c39cb6e2b2b8&quot;,&quot;name&quot;:&quot;Daphnia magna&quot;,&quot;displayName&quot;:&quot;&quot;,&quot;type&quot;:&quot;FIGURE_OBJECT&quot;,&quot;relativeTransform&quot;:{&quot;translate&quot;:{&quot;x&quot;:249.31124030900406,&quot;y&quot;:262.61082135786745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43b25579-a593-48b5-a555-6ff06d0f2195&quot;,&quot;order&quot;:&quot;7&quot;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de485534-2d11-42be-aff0-bd88a54d016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e485534-2d11-42be-aff0-bd88a54d0169&quot;:{&quot;type&quot;:&quot;FIGURE_OBJECT&quot;,&quot;id&quot;:&quot;de485534-2d11-42be-aff0-bd88a54d0169&quot;,&quot;relativeTransform&quot;:{&quot;translate&quot;:{&quot;x&quot;:10.887960095659189,&quot;y&quot;:95.4438162637214},&quot;rotate&quot;:-2.4492935982947064e-16,&quot;skewX&quot;:0,&quot;scale&quot;:{&quot;x&quot;:1,&quot;y&quot;:1}},&quot;opacity&quot;:1,&quot;path&quot;:{&quot;type&quot;:&quot;POLY_LINE&quot;,&quot;points&quot;:[{&quot;x&quot;:73.80960730551733,&quot;y&quot;:0},{&quot;x&quot;:-73.8096073055173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e3c0d59-66d1-4392-aef6-95c54de1163b&quot;,&quot;order&quot;:&quot;9999999995&quot;},&quot;connectorInfo&quot;:{&quot;type&quot;:&quot;LINE&quot;,&quot;offset&quot;:{&quot;x&quot;:0,&quot;y&quot;:0},&quot;bending&quot;:0.1,&quot;customized&quot;:false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1b642744-8deb-4c67-977c-3fbfb40488f4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1b642744-8deb-4c67-977c-3fbfb40488f4&quot;:{&quot;id&quot;:&quot;1b642744-8deb-4c67-977c-3fbfb40488f4&quot;,&quot;name&quot;:&quot;Snowflake (symbol)&quot;,&quot;displayName&quot;:&quot;&quot;,&quot;type&quot;:&quot;FIGURE_OBJECT&quot;,&quot;relativeTransform&quot;:{&quot;translate&quot;:{&quot;x&quot;:105.95083011087033,&quot;y&quot;:-262.0224571439396},&quot;rotate&quot;:0,&quot;skewX&quot;:0,&quot;scale&quot;:{&quot;x&quot;:0.46211071497307604,&quot;y&quot;:0.46211071497307604}},&quot;image&quot;:{&quot;url&quot;:&quot;https://icons.cdn.biorender.com/biorender/5b292654cbc71a00141f88f9/20180619155356/image/5b292654cbc71a00141f88f9.png&quot;,&quot;isPremium&quot;:false,&quot;isOrgIcon&quot;:false,&quot;size&quot;:{&quot;x&quot;:100,&quot;y&quot;:110.20408163265306}},&quot;source&quot;:{&quot;id&quot;:&quot;5b292654cbc71a00141f88f9&quot;,&quot;version&quot;:&quot;20180619155356&quot;,&quot;type&quot;:&quot;ASSETS&quot;},&quot;isPremium&quot;:false,&quot;parent&quot;:{&quot;type&quot;:&quot;CHILD&quot;,&quot;parentId&quot;:&quot;4e3c0d59-66d1-4392-aef6-95c54de1163b&quot;,&quot;order&quot;:&quot;9999999999998&quot;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c4bc8d14-a156-4cab-b177-090fb50c0ab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5918fdb1-46d4-4b54-a481-d095f98d7ce4&quot;:{&quot;id&quot;:&quot;5918fdb1-46d4-4b54-a481-d095f98d7ce4&quot;,&quot;name&quot;:&quot;Gear&quot;,&quot;displayName&quot;:&quot;&quot;,&quot;type&quot;:&quot;FIGURE_OBJECT&quot;,&quot;relativeTransform&quot;:{&quot;translate&quot;:{&quot;x&quot;:-10.775682726720508,&quot;y&quot;:-6.660999055315558},&quot;rotate&quot;:0,&quot;skewX&quot;:0,&quot;scale&quot;:{&quot;x&quot;:0.35062359567525014,&quot;y&quot;:0.35062359567525014}},&quot;image&quot;:{&quot;url&quot;:&quot;https://icons.cdn.biorender.com/biorender/5be5e6587664d21200a3f671/5be5e6257664d21200a3f61f.png&quot;,&quot;isPremium&quot;:false,&quot;isOrgIcon&quot;:false,&quot;size&quot;:{&quot;x&quot;:100,&quot;y&quot;:101.48367952522254},&quot;fallbackUrl&quot;:&quot;sources/icons/5be5e6587664d21200a3f671/5be5e6257664d21200a3f61f.svg&quot;},&quot;source&quot;:{&quot;id&quot;:&quot;5be5e6257664d21200a3f61f&quot;,&quot;version&quot;:&quot;20190307191747&quot;,&quot;type&quot;:&quot;ASSETS&quot;},&quot;isPremium&quot;:false,&quot;parent&quot;:{&quot;type&quot;:&quot;CHILD&quot;,&quot;parentId&quot;:&quot;c4bc8d14-a156-4cab-b177-090fb50c0ab3&quot;,&quot;order&quot;:&quot;2&quot;}},&quot;5ee1cdff-64cd-45fb-b65c-4407a0c5fa9f&quot;:{&quot;id&quot;:&quot;5ee1cdff-64cd-45fb-b65c-4407a0c5fa9f&quot;,&quot;name&quot;:&quot;Gear&quot;,&quot;displayName&quot;:&quot;&quot;,&quot;type&quot;:&quot;FIGURE_OBJECT&quot;,&quot;relativeTransform&quot;:{&quot;translate&quot;:{&quot;x&quot;:13.759859445538595,&quot;y&quot;:15.219370402152766},&quot;rotate&quot;:0,&quot;skewX&quot;:0,&quot;scale&quot;:{&quot;x&quot;:0.35062359567525014,&quot;y&quot;:0.35062359567525014}},&quot;image&quot;:{&quot;url&quot;:&quot;https://icons.cdn.biorender.com/biorender/5be5e6587664d21200a3f671/5be5e6257664d21200a3f61f.png&quot;,&quot;isPremium&quot;:false,&quot;isOrgIcon&quot;:false,&quot;size&quot;:{&quot;x&quot;:100,&quot;y&quot;:101.48367952522254},&quot;fallbackUrl&quot;:&quot;sources/icons/5be5e6587664d21200a3f671/5be5e6257664d21200a3f61f.svg&quot;},&quot;source&quot;:{&quot;id&quot;:&quot;5be5e6257664d21200a3f61f&quot;,&quot;version&quot;:&quot;20190307191747&quot;,&quot;type&quot;:&quot;ASSETS&quot;},&quot;isPremium&quot;:false,&quot;parent&quot;:{&quot;type&quot;:&quot;CHILD&quot;,&quot;parentId&quot;:&quot;c4bc8d14-a156-4cab-b177-090fb50c0ab3&quot;,&quot;order&quot;:&quot;5&quot;}},&quot;c4bc8d14-a156-4cab-b177-090fb50c0ab3&quot;:{&quot;type&quot;:&quot;FIGURE_OBJECT&quot;,&quot;id&quot;:&quot;c4bc8d14-a156-4cab-b177-090fb50c0ab3&quot;,&quot;parent&quot;:{&quot;type&quot;:&quot;CHILD&quot;,&quot;parentId&quot;:&quot;4e3c0d59-66d1-4392-aef6-95c54de1163b&quot;,&quot;order&quot;:&quot;99999999999995&quot;},&quot;relativeTransform&quot;:{&quot;translate&quot;:{&quot;x&quot;:159.45784062889663,&quot;y&quot;:-232.5540263301845},&quot;rotate&quot;:0,&quot;skewX&quot;:0,&quot;scale&quot;:{&quot;x&quot;:1,&quot;y&quot;:1}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27a5164d-7b92-4d50-bbbb-f108080351f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27a5164d-7b92-4d50-bbbb-f108080351f9&quot;:{&quot;relativeTransform&quot;:{&quot;translate&quot;:{&quot;x&quot;:355.18696130050375,&quot;y&quot;:-96.95576915682753},&quot;rotate&quot;:-7.216449660063516e-16,&quot;skewX&quot;:5.5511151231257704e-17,&quot;scale&quot;:{&quot;x&quot;:1.0000000000000002,&quot;y&quot;:1.0000000000000004}},&quot;type&quot;:&quot;FIGURE_OBJECT&quot;,&quot;id&quot;:&quot;27a5164d-7b92-4d50-bbbb-f108080351f9&quot;,&quot;name&quot;:&quot;Falcon tube (centrifuging)&quot;,&quot;displayName&quot;:&quot;Falcon tube (centrifuging)&quot;,&quot;opacity&quot;:1,&quot;source&quot;:{&quot;id&quot;:&quot;67069d69c2e04440ef012f0f&quot;,&quot;type&quot;:&quot;ASSETS&quot;},&quot;pathStyles&quot;:[{&quot;type&quot;:&quot;FILL&quot;,&quot;fillStyle&quot;:&quot;rgb(0,0,0)&quot;}],&quot;isLocked&quot;:false,&quot;parent&quot;:{&quot;type&quot;:&quot;CHILD&quot;,&quot;parentId&quot;:&quot;4e3c0d59-66d1-4392-aef6-95c54de1163b&quot;,&quot;order&quot;:&quot;99999999999997&quot;},&quot;isPremium&quot;:false},&quot;b595680a-a5bb-47f0-99a3-15915652a18b&quot;:{&quot;relativeTransform&quot;:{&quot;translate&quot;:{&quot;x&quot;:23.731075208942038,&quot;y&quot;:-26.44847601248548},&quot;rotate&quot;:0},&quot;type&quot;:&quot;FIGURE_OBJECT&quot;,&quot;id&quot;:&quot;b595680a-a5bb-47f0-99a3-15915652a18b&quot;,&quot;parent&quot;:{&quot;type&quot;:&quot;CHILD&quot;,&quot;parentId&quot;:&quot;27a5164d-7b92-4d50-bbbb-f108080351f9&quot;,&quot;order&quot;:&quot;3&quot;},&quot;name&quot;:&quot;Falcon tube (50mL, 1/2 liquid, with cap) &quot;,&quot;displayName&quot;:&quot;Falcon tube (50mL, 1/2 liquid, with cap) &quot;,&quot;source&quot;:{&quot;id&quot;:&quot;606df534a2aab000a6fda153&quot;,&quot;type&quot;:&quot;ASSETS&quot;},&quot;isPremium&quot;:true},&quot;727368fe-e1de-4594-a830-0db1266d7176&quot;:{&quot;id&quot;:&quot;727368fe-e1de-4594-a830-0db1266d7176&quot;,&quot;name&quot;:&quot;Falcon tube (50mL, 1/2 liquid)&quot;,&quot;type&quot;:&quot;FIGURE_OBJECT&quot;,&quot;relativeTransform&quot;:{&quot;translate&quot;:{&quot;x&quot;:-16.48465227185392,&quot;y&quot;:17.682160569606445},&quot;rotate&quot;:0,&quot;skewX&quot;:0,&quot;scale&quot;:{&quot;x&quot;:0.23660083716773886,&quot;y&quot;:0.23660083716773886}},&quot;image&quot;:{&quot;url&quot;:&quot;https://icons.biorender.com/biorender/606c73c2c6644b0028d7d274/falcon-tube-50-ml-1-2-liquid.png&quot;,&quot;fallbackUrl&quot;:&quot;https://res.cloudinary.com/dlcjuc3ej/image/upload/v1617720252/yildpcjrgf3jywcbbykf.svg#/keystone/api/icons/606c73c2c6644b0028d7d274/falcon-tube-50-ml-1-2-liquid.svg#/keystone/api/icons/606c73c2c6644b0028d7d274/falcon-tube-50-ml-1-2-liquid.svg#/keystone/api/icons/606c73c2c6644b0028d7d274/falcon-tube-50-ml-1-2-liquid.svg#/keystone/api/icons/606c73c2c6644b0028d7d274/falcon-tube-50-ml-1-2-liquid.svg#/keystone/api/icons/606c73c2c6644b0028d7d274/falcon-tube-50-ml-1-2-liquid.svg&quot;,&quot;isPremium&quot;:false,&quot;isPacked&quot;:true,&quot;size&quot;:{&quot;x&quot;:75,&quot;y&quot;:243.57142857142858}},&quot;source&quot;:{&quot;id&quot;:&quot;606c7350c6644b0028d7d251&quot;,&quot;type&quot;:&quot;ASSETS&quot;},&quot;parent&quot;:{&quot;type&quot;:&quot;CHILD&quot;,&quot;parentId&quot;:&quot;b595680a-a5bb-47f0-99a3-15915652a18b&quot;,&quot;order&quot;:&quot;2&quot;}},&quot;297a74cb-f61a-426b-a6ce-940328cf7acc&quot;:{&quot;id&quot;:&quot;297a74cb-f61a-426b-a6ce-940328cf7acc&quot;,&quot;name&quot;:&quot;Screw cap 1&quot;,&quot;type&quot;:&quot;FIGURE_OBJECT&quot;,&quot;relativeTransform&quot;:{&quot;translate&quot;:{&quot;x&quot;:-16.484607238063287,&quot;y&quot;:-4.649934619743479},&quot;rotate&quot;:0,&quot;skewX&quot;:0,&quot;scale&quot;:{&quot;x&quot;:0.3820919006085638,&quot;y&quot;:0.3820919006085638}},&quot;image&quot;:{&quot;url&quot;:&quot;https://icons.biorender.com/biorender/5f076a089d890700268f57b3/screw-cap-1.png&quot;,&quot;fallbackUrl&quot;:&quot;https://res.cloudinary.com/dlcjuc3ej/image/upload/v1594321413/c2ddrv4cluvpvutvtyvl.svg#/keystone/api/icons/5f076a089d890700268f57b3/screw-cap-1.svg#/keystone/api/icons/5f076a089d890700268f57b3/screw-cap-1.svg#/keystone/api/icons/5f076a089d890700268f57b3/screw-cap-1.svg#/keystone/api/icons/5f076a089d890700268f57b3/screw-cap-1.svg#/keystone/api/icons/5f076a089d890700268f57b3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b595680a-a5bb-47f0-99a3-15915652a18b&quot;,&quot;order&quot;:&quot;5&quot;},&quot;opacity&quot;:1},&quot;68407e0a-47eb-4656-84a6-1583bc27a640&quot;:{&quot;type&quot;:&quot;FIGURE_OBJECT&quot;,&quot;id&quot;:&quot;68407e0a-47eb-4656-84a6-1583bc27a640&quot;,&quot;relativeTransform&quot;:{&quot;translate&quot;:{&quot;x&quot;:7.246564674640827,&quot;y&quot;:-18.195797114187545},&quot;rotate&quot;:0},&quot;opacity&quot;:1,&quot;path&quot;:{&quot;type&quot;:&quot;ARC&quot;,&quot;size&quot;:{&quot;x&quot;:32.45509462115841,&quot;y&quot;:9.309446366065794},&quot;startAngle&quot;:-1.0474215166696987,&quot;sweepAngle&quot;:5.13190900267746,&quot;selectedObjectIds&quot;:[&quot;a434bf5c-f828-4522-8785-d117bc971f80&quot;]},&quot;pathStyles&quot;:[{&quot;type&quot;:&quot;FILL&quot;,&quot;fillStyle&quot;:&quot;rgba(0,0,0,0)&quot;},{&quot;type&quot;:&quot;STROKE&quot;,&quot;strokeStyle&quot;:{&quot;units&quot;:&quot;PATH_LENGTH&quot;,&quot;stops&quot;:{&quot;0&quot;:&quot;#2571B7&quot;,&quot;1&quot;:&quot;#2571B700&quot;,&quot;0.55&quot;:&quot;#2571B7&quot;}},&quot;lineWidth&quot;:1.2375760101056792,&quot;lineJoin&quot;:&quot;round&quot;}],&quot;pathMarkers&quot;:{&quot;markerStart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7a5164d-7b92-4d50-bbbb-f108080351f9&quot;,&quot;order&quot;:&quot;7&quot;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2ad7fd4d-8269-4fa7-9b98-4c8181518e31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2ad7fd4d-8269-4fa7-9b98-4c8181518e31&quot;:{&quot;id&quot;:&quot;2ad7fd4d-8269-4fa7-9b98-4c8181518e31&quot;,&quot;name&quot;:&quot;Razor Blade&quot;,&quot;displayName&quot;:&quot;&quot;,&quot;type&quot;:&quot;FIGURE_OBJECT&quot;,&quot;relativeTransform&quot;:{&quot;translate&quot;:{&quot;x&quot;:9.008373824671022,&quot;y&quot;:37.865198739483134},&quot;rotate&quot;:-0.8712715084826645,&quot;skewX&quot;:0,&quot;scale&quot;:{&quot;x&quot;:0.7756986051809045,&quot;y&quot;:0.7756986051809045}},&quot;image&quot;:{&quot;url&quot;:&quot;https://icons.cdn.biorender.com/biorender/5e4bf1452f51c8002835af62/20200218141656/image/5e4bf1452f51c8002835af62.png&quot;,&quot;isPremium&quot;:false,&quot;isOrgIcon&quot;:false,&quot;size&quot;:{&quot;x&quot;:100,&quot;y&quot;:62.244897959183675}},&quot;source&quot;:{&quot;id&quot;:&quot;5e4bf1452f51c8002835af62&quot;,&quot;version&quot;:&quot;20200218141656&quot;,&quot;type&quot;:&quot;ASSETS&quot;},&quot;isPremium&quot;:false,&quot;parent&quot;:{&quot;type&quot;:&quot;CHILD&quot;,&quot;parentId&quot;:&quot;4e3c0d59-66d1-4392-aef6-95c54de1163b&quot;,&quot;order&quot;:&quot;99999999999998&quot;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1b642744-8deb-4c67-977c-3fbfb40488f4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1b642744-8deb-4c67-977c-3fbfb40488f4&quot;:{&quot;id&quot;:&quot;1b642744-8deb-4c67-977c-3fbfb40488f4&quot;,&quot;name&quot;:&quot;Snowflake (symbol)&quot;,&quot;displayName&quot;:&quot;&quot;,&quot;type&quot;:&quot;FIGURE_OBJECT&quot;,&quot;relativeTransform&quot;:{&quot;translate&quot;:{&quot;x&quot;:105.95083011087033,&quot;y&quot;:-262.0224571439396},&quot;rotate&quot;:0,&quot;skewX&quot;:0,&quot;scale&quot;:{&quot;x&quot;:0.46211071497307604,&quot;y&quot;:0.46211071497307604}},&quot;image&quot;:{&quot;url&quot;:&quot;https://icons.cdn.biorender.com/biorender/5b292654cbc71a00141f88f9/20180619155356/image/5b292654cbc71a00141f88f9.png&quot;,&quot;isPremium&quot;:false,&quot;isOrgIcon&quot;:false,&quot;size&quot;:{&quot;x&quot;:100,&quot;y&quot;:110.20408163265306}},&quot;source&quot;:{&quot;id&quot;:&quot;5b292654cbc71a00141f88f9&quot;,&quot;version&quot;:&quot;20180619155356&quot;,&quot;type&quot;:&quot;ASSETS&quot;},&quot;isPremium&quot;:false,&quot;parent&quot;:{&quot;type&quot;:&quot;CHILD&quot;,&quot;parentId&quot;:&quot;4e3c0d59-66d1-4392-aef6-95c54de1163b&quot;,&quot;order&quot;:&quot;9999999999998&quot;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27a5164d-7b92-4d50-bbbb-f108080351f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27a5164d-7b92-4d50-bbbb-f108080351f9&quot;:{&quot;relativeTransform&quot;:{&quot;translate&quot;:{&quot;x&quot;:355.18696130050375,&quot;y&quot;:-96.95576915682753},&quot;rotate&quot;:-7.216449660063516e-16,&quot;skewX&quot;:5.5511151231257704e-17,&quot;scale&quot;:{&quot;x&quot;:1.0000000000000002,&quot;y&quot;:1.0000000000000004}},&quot;type&quot;:&quot;FIGURE_OBJECT&quot;,&quot;id&quot;:&quot;27a5164d-7b92-4d50-bbbb-f108080351f9&quot;,&quot;name&quot;:&quot;Falcon tube (centrifuging)&quot;,&quot;displayName&quot;:&quot;Falcon tube (centrifuging)&quot;,&quot;opacity&quot;:1,&quot;source&quot;:{&quot;id&quot;:&quot;67069d69c2e04440ef012f0f&quot;,&quot;type&quot;:&quot;ASSETS&quot;},&quot;pathStyles&quot;:[{&quot;type&quot;:&quot;FILL&quot;,&quot;fillStyle&quot;:&quot;rgb(0,0,0)&quot;}],&quot;isLocked&quot;:false,&quot;parent&quot;:{&quot;type&quot;:&quot;CHILD&quot;,&quot;parentId&quot;:&quot;4e3c0d59-66d1-4392-aef6-95c54de1163b&quot;,&quot;order&quot;:&quot;99999999999997&quot;},&quot;isPremium&quot;:false},&quot;b595680a-a5bb-47f0-99a3-15915652a18b&quot;:{&quot;relativeTransform&quot;:{&quot;translate&quot;:{&quot;x&quot;:23.731075208942038,&quot;y&quot;:-26.44847601248548},&quot;rotate&quot;:0},&quot;type&quot;:&quot;FIGURE_OBJECT&quot;,&quot;id&quot;:&quot;b595680a-a5bb-47f0-99a3-15915652a18b&quot;,&quot;parent&quot;:{&quot;type&quot;:&quot;CHILD&quot;,&quot;parentId&quot;:&quot;27a5164d-7b92-4d50-bbbb-f108080351f9&quot;,&quot;order&quot;:&quot;3&quot;},&quot;name&quot;:&quot;Falcon tube (50mL, 1/2 liquid, with cap) &quot;,&quot;displayName&quot;:&quot;Falcon tube (50mL, 1/2 liquid, with cap) &quot;,&quot;source&quot;:{&quot;id&quot;:&quot;606df534a2aab000a6fda153&quot;,&quot;type&quot;:&quot;ASSETS&quot;},&quot;isPremium&quot;:true},&quot;727368fe-e1de-4594-a830-0db1266d7176&quot;:{&quot;id&quot;:&quot;727368fe-e1de-4594-a830-0db1266d7176&quot;,&quot;name&quot;:&quot;Falcon tube (50mL, 1/2 liquid)&quot;,&quot;type&quot;:&quot;FIGURE_OBJECT&quot;,&quot;relativeTransform&quot;:{&quot;translate&quot;:{&quot;x&quot;:-16.48465227185392,&quot;y&quot;:17.682160569606445},&quot;rotate&quot;:0,&quot;skewX&quot;:0,&quot;scale&quot;:{&quot;x&quot;:0.23660083716773886,&quot;y&quot;:0.23660083716773886}},&quot;image&quot;:{&quot;url&quot;:&quot;https://icons.biorender.com/biorender/606c73c2c6644b0028d7d274/falcon-tube-50-ml-1-2-liquid.png&quot;,&quot;fallbackUrl&quot;:&quot;https://res.cloudinary.com/dlcjuc3ej/image/upload/v1617720252/yildpcjrgf3jywcbbykf.svg#/keystone/api/icons/606c73c2c6644b0028d7d274/falcon-tube-50-ml-1-2-liquid.svg#/keystone/api/icons/606c73c2c6644b0028d7d274/falcon-tube-50-ml-1-2-liquid.svg#/keystone/api/icons/606c73c2c6644b0028d7d274/falcon-tube-50-ml-1-2-liquid.svg#/keystone/api/icons/606c73c2c6644b0028d7d274/falcon-tube-50-ml-1-2-liquid.svg#/keystone/api/icons/606c73c2c6644b0028d7d274/falcon-tube-50-ml-1-2-liquid.svg&quot;,&quot;isPremium&quot;:false,&quot;isPacked&quot;:true,&quot;size&quot;:{&quot;x&quot;:75,&quot;y&quot;:243.57142857142858}},&quot;source&quot;:{&quot;id&quot;:&quot;606c7350c6644b0028d7d251&quot;,&quot;type&quot;:&quot;ASSETS&quot;},&quot;parent&quot;:{&quot;type&quot;:&quot;CHILD&quot;,&quot;parentId&quot;:&quot;b595680a-a5bb-47f0-99a3-15915652a18b&quot;,&quot;order&quot;:&quot;2&quot;}},&quot;297a74cb-f61a-426b-a6ce-940328cf7acc&quot;:{&quot;id&quot;:&quot;297a74cb-f61a-426b-a6ce-940328cf7acc&quot;,&quot;name&quot;:&quot;Screw cap 1&quot;,&quot;type&quot;:&quot;FIGURE_OBJECT&quot;,&quot;relativeTransform&quot;:{&quot;translate&quot;:{&quot;x&quot;:-16.484607238063287,&quot;y&quot;:-4.649934619743479},&quot;rotate&quot;:0,&quot;skewX&quot;:0,&quot;scale&quot;:{&quot;x&quot;:0.3820919006085638,&quot;y&quot;:0.3820919006085638}},&quot;image&quot;:{&quot;url&quot;:&quot;https://icons.biorender.com/biorender/5f076a089d890700268f57b3/screw-cap-1.png&quot;,&quot;fallbackUrl&quot;:&quot;https://res.cloudinary.com/dlcjuc3ej/image/upload/v1594321413/c2ddrv4cluvpvutvtyvl.svg#/keystone/api/icons/5f076a089d890700268f57b3/screw-cap-1.svg#/keystone/api/icons/5f076a089d890700268f57b3/screw-cap-1.svg#/keystone/api/icons/5f076a089d890700268f57b3/screw-cap-1.svg#/keystone/api/icons/5f076a089d890700268f57b3/screw-cap-1.svg#/keystone/api/icons/5f076a089d890700268f57b3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b595680a-a5bb-47f0-99a3-15915652a18b&quot;,&quot;order&quot;:&quot;5&quot;},&quot;opacity&quot;:1},&quot;68407e0a-47eb-4656-84a6-1583bc27a640&quot;:{&quot;type&quot;:&quot;FIGURE_OBJECT&quot;,&quot;id&quot;:&quot;68407e0a-47eb-4656-84a6-1583bc27a640&quot;,&quot;relativeTransform&quot;:{&quot;translate&quot;:{&quot;x&quot;:7.246564674640827,&quot;y&quot;:-18.195797114187545},&quot;rotate&quot;:0},&quot;opacity&quot;:1,&quot;path&quot;:{&quot;type&quot;:&quot;ARC&quot;,&quot;size&quot;:{&quot;x&quot;:32.45509462115841,&quot;y&quot;:9.309446366065794},&quot;startAngle&quot;:-1.0474215166696987,&quot;sweepAngle&quot;:5.13190900267746,&quot;selectedObjectIds&quot;:[&quot;a434bf5c-f828-4522-8785-d117bc971f80&quot;]},&quot;pathStyles&quot;:[{&quot;type&quot;:&quot;FILL&quot;,&quot;fillStyle&quot;:&quot;rgba(0,0,0,0)&quot;},{&quot;type&quot;:&quot;STROKE&quot;,&quot;strokeStyle&quot;:{&quot;units&quot;:&quot;PATH_LENGTH&quot;,&quot;stops&quot;:{&quot;0&quot;:&quot;#2571B7&quot;,&quot;1&quot;:&quot;#2571B700&quot;,&quot;0.55&quot;:&quot;#2571B7&quot;}},&quot;lineWidth&quot;:1.2375760101056792,&quot;lineJoin&quot;:&quot;round&quot;}],&quot;pathMarkers&quot;:{&quot;markerStart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27a5164d-7b92-4d50-bbbb-f108080351f9&quot;,&quot;order&quot;:&quot;7&quot;}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b08e9171-e180-4a48-838a-fbaaac3449d6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08e9171-e180-4a48-838a-fbaaac3449d6&quot;:{&quot;relativeTransform&quot;:{&quot;translate&quot;:{&quot;x&quot;:322.8317680914471,&quot;y&quot;:-191.21045195125677},&quot;rotate&quot;:0,&quot;skewX&quot;:0,&quot;scale&quot;:{&quot;x&quot;:1,&quot;y&quot;:1}},&quot;type&quot;:&quot;FIGURE_OBJECT&quot;,&quot;id&quot;:&quot;b08e9171-e180-4a48-838a-fbaaac3449d6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d8b69b21-3ea4-4ac7-b647-244eb2c6a3c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8b69b21-3ea4-4ac7-b647-244eb2c6a3c9&quot;:{&quot;relativeTransform&quot;:{&quot;translate&quot;:{&quot;x&quot;:372.0258106464166,&quot;y&quot;:-239.04342313827703},&quot;rotate&quot;:0,&quot;skewX&quot;:0,&quot;scale&quot;:{&quot;x&quot;:1,&quot;y&quot;:1}},&quot;type&quot;:&quot;FIGURE_OBJECT&quot;,&quot;id&quot;:&quot;d8b69b21-3ea4-4ac7-b647-244eb2c6a3c9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c3687d0e-0b91-4d8e-bcdc-b27bd4f03de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3687d0e-0b91-4d8e-bcdc-b27bd4f03dea&quot;:{&quot;relativeTransform&quot;:{&quot;translate&quot;:{&quot;x&quot;:276.3307464819228,&quot;y&quot;:-218.9763903357999},&quot;rotate&quot;:0,&quot;skewX&quot;:0,&quot;scale&quot;:{&quot;x&quot;:1,&quot;y&quot;:1}},&quot;type&quot;:&quot;FIGURE_OBJECT&quot;,&quot;id&quot;:&quot;c3687d0e-0b91-4d8e-bcdc-b27bd4f03dea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aca27c-fa18-4f8e-a4ce-bbb8bc702c65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aca27c-fa18-4f8e-a4ce-bbb8bc702c65&quot;:{&quot;relativeTransform&quot;:{&quot;translate&quot;:{&quot;x&quot;:318.7834590440923,&quot;y&quot;:-246.9462145591696},&quot;rotate&quot;:0,&quot;skewX&quot;:0,&quot;scale&quot;:{&quot;x&quot;:1,&quot;y&quot;:1}},&quot;type&quot;:&quot;FIGURE_OBJECT&quot;,&quot;id&quot;:&quot;68aca27c-fa18-4f8e-a4ce-bbb8bc702c65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43a08542-5712-401d-bacb-79652265510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3a08542-5712-401d-bacb-79652265510a&quot;:{&quot;relativeTransform&quot;:{&quot;translate&quot;:{&quot;x&quot;:271.24946474101654,&quot;y&quot;:-261.99615658049447},&quot;rotate&quot;:0,&quot;skewX&quot;:0,&quot;scale&quot;:{&quot;x&quot;:1,&quot;y&quot;:1}},&quot;type&quot;:&quot;FIGURE_OBJECT&quot;,&quot;id&quot;:&quot;43a08542-5712-401d-bacb-79652265510a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a9fde135-3468-46ba-a7e8-ff5115aeb4dc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a9fde135-3468-46ba-a7e8-ff5115aeb4dc&quot;:{&quot;relativeTransform&quot;:{&quot;translate&quot;:{&quot;x&quot;:271.9124039285682,&quot;y&quot;:-211.56577539489712},&quot;rotate&quot;:0,&quot;skewX&quot;:0,&quot;scale&quot;:{&quot;x&quot;:1,&quot;y&quot;:1}},&quot;type&quot;:&quot;FIGURE_OBJECT&quot;,&quot;id&quot;:&quot;a9fde135-3468-46ba-a7e8-ff5115aeb4dc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857f1fc-59cf-477d-9ec0-87e0c331e6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857f1fc-59cf-477d-9ec0-87e0c331e64a&quot;:{&quot;relativeTransform&quot;:{&quot;translate&quot;:{&quot;x&quot;:315.61582320816603,&quot;y&quot;:-188.1800202200214},&quot;rotate&quot;:0,&quot;skewX&quot;:0,&quot;scale&quot;:{&quot;x&quot;:1,&quot;y&quot;:1}},&quot;type&quot;:&quot;FIGURE_OBJECT&quot;,&quot;id&quot;:&quot;0857f1fc-59cf-477d-9ec0-87e0c331e6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6fb1c2b-02b1-4fd6-b421-f8a7572d51f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6fb1c2b-02b1-4fd6-b421-f8a7572d51fe&quot;:{&quot;relativeTransform&quot;:{&quot;translate&quot;:{&quot;x&quot;:339.00157838304176,&quot;y&quot;:-178.4190515624299},&quot;rotate&quot;:0,&quot;skewX&quot;:0,&quot;scale&quot;:{&quot;x&quot;:1,&quot;y&quot;:1}},&quot;type&quot;:&quot;FIGURE_OBJECT&quot;,&quot;id&quot;:&quot;06fb1c2b-02b1-4fd6-b421-f8a7572d51f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691a093-124c-4255-a084-755c0f5089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691a093-124c-4255-a084-755c0f50894a&quot;:{&quot;relativeTransform&quot;:{&quot;translate&quot;:{&quot;x&quot;:359.51895744901555,&quot;y&quot;:-227.22076179491978},&quot;rotate&quot;:0,&quot;skewX&quot;:0,&quot;scale&quot;:{&quot;x&quot;:1,&quot;y&quot;:1}},&quot;type&quot;:&quot;FIGURE_OBJECT&quot;,&quot;id&quot;:&quot;8691a093-124c-4255-a084-755c0f5089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efe8967-b90b-4cef-85e4-0540b44fdf6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efe8967-b90b-4cef-85e4-0540b44fdf6e&quot;:{&quot;relativeTransform&quot;:{&quot;translate&quot;:{&quot;x&quot;:383.8608379935253,&quot;y&quot;:-230.36748562738703},&quot;rotate&quot;:0,&quot;skewX&quot;:0,&quot;scale&quot;:{&quot;x&quot;:1,&quot;y&quot;:1}},&quot;type&quot;:&quot;FIGURE_OBJECT&quot;,&quot;id&quot;:&quot;8efe8967-b90b-4cef-85e4-0540b44fdf6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4373a88-aecc-4b20-a97b-533b78d65a8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4373a88-aecc-4b20-a97b-533b78d65a8e&quot;:{&quot;relativeTransform&quot;:{&quot;translate&quot;:{&quot;x&quot;:388.7250230909044,&quot;y&quot;:-250.72446611326595},&quot;rotate&quot;:0,&quot;skewX&quot;:0,&quot;scale&quot;:{&quot;x&quot;:1,&quot;y&quot;:1}},&quot;type&quot;:&quot;FIGURE_OBJECT&quot;,&quot;id&quot;:&quot;e4373a88-aecc-4b20-a97b-533b78d65a8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2059018-ee6e-4a97-b91b-d3b9790453f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2059018-ee6e-4a97-b91b-d3b9790453f3&quot;:{&quot;relativeTransform&quot;:{&quot;translate&quot;:{&quot;x&quot;:323.66918157463687,&quot;y&quot;:-242.15865416771692},&quot;rotate&quot;:0,&quot;skewX&quot;:0,&quot;scale&quot;:{&quot;x&quot;:1,&quot;y&quot;:1}},&quot;type&quot;:&quot;FIGURE_OBJECT&quot;,&quot;id&quot;:&quot;e2059018-ee6e-4a97-b91b-d3b9790453f3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7f83b02e-a329-4db7-9dc8-b3023e1256b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7f83b02e-a329-4db7-9dc8-b3023e1256b3&quot;:{&quot;relativeTransform&quot;:{&quot;translate&quot;:{&quot;x&quot;:354.67658703529315,&quot;y&quot;:-266.69673772802395},&quot;rotate&quot;:0,&quot;skewX&quot;:0,&quot;scale&quot;:{&quot;x&quot;:1,&quot;y&quot;:1}},&quot;type&quot;:&quot;FIGURE_OBJECT&quot;,&quot;id&quot;:&quot;7f83b02e-a329-4db7-9dc8-b3023e1256b3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15bdfc-3ab0-416c-b14a-164e6493d31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15bdfc-3ab0-416c-b14a-164e6493d318&quot;:{&quot;relativeTransform&quot;:{&quot;translate&quot;:{&quot;x&quot;:354.67714488565537,&quot;y&quot;:-253.82836151507496},&quot;rotate&quot;:0,&quot;skewX&quot;:0,&quot;scale&quot;:{&quot;x&quot;:1,&quot;y&quot;:1}},&quot;type&quot;:&quot;FIGURE_OBJECT&quot;,&quot;id&quot;:&quot;6815bdfc-3ab0-416c-b14a-164e6493d31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ee490bf-2ec6-4bad-b190-9c46fdba58b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ee490bf-2ec6-4bad-b190-9c46fdba58b8&quot;:{&quot;relativeTransform&quot;:{&quot;translate&quot;:{&quot;x&quot;:367.4022075704724,&quot;y&quot;:-203.9101273328562},&quot;rotate&quot;:0,&quot;skewX&quot;:0,&quot;scale&quot;:{&quot;x&quot;:1,&quot;y&quot;:1}},&quot;type&quot;:&quot;FIGURE_OBJECT&quot;,&quot;id&quot;:&quot;eee490bf-2ec6-4bad-b190-9c46fdba58b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b08e9171-e180-4a48-838a-fbaaac3449d6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08e9171-e180-4a48-838a-fbaaac3449d6&quot;:{&quot;relativeTransform&quot;:{&quot;translate&quot;:{&quot;x&quot;:322.8317680914471,&quot;y&quot;:-191.21045195125677},&quot;rotate&quot;:0,&quot;skewX&quot;:0,&quot;scale&quot;:{&quot;x&quot;:1,&quot;y&quot;:1}},&quot;type&quot;:&quot;FIGURE_OBJECT&quot;,&quot;id&quot;:&quot;b08e9171-e180-4a48-838a-fbaaac3449d6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d8b69b21-3ea4-4ac7-b647-244eb2c6a3c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8b69b21-3ea4-4ac7-b647-244eb2c6a3c9&quot;:{&quot;relativeTransform&quot;:{&quot;translate&quot;:{&quot;x&quot;:372.0258106464166,&quot;y&quot;:-239.04342313827703},&quot;rotate&quot;:0,&quot;skewX&quot;:0,&quot;scale&quot;:{&quot;x&quot;:1,&quot;y&quot;:1}},&quot;type&quot;:&quot;FIGURE_OBJECT&quot;,&quot;id&quot;:&quot;d8b69b21-3ea4-4ac7-b647-244eb2c6a3c9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c3687d0e-0b91-4d8e-bcdc-b27bd4f03de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3687d0e-0b91-4d8e-bcdc-b27bd4f03dea&quot;:{&quot;relativeTransform&quot;:{&quot;translate&quot;:{&quot;x&quot;:276.3307464819228,&quot;y&quot;:-218.9763903357999},&quot;rotate&quot;:0,&quot;skewX&quot;:0,&quot;scale&quot;:{&quot;x&quot;:1,&quot;y&quot;:1}},&quot;type&quot;:&quot;FIGURE_OBJECT&quot;,&quot;id&quot;:&quot;c3687d0e-0b91-4d8e-bcdc-b27bd4f03dea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aca27c-fa18-4f8e-a4ce-bbb8bc702c65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aca27c-fa18-4f8e-a4ce-bbb8bc702c65&quot;:{&quot;relativeTransform&quot;:{&quot;translate&quot;:{&quot;x&quot;:318.7834590440923,&quot;y&quot;:-246.9462145591696},&quot;rotate&quot;:0,&quot;skewX&quot;:0,&quot;scale&quot;:{&quot;x&quot;:1,&quot;y&quot;:1}},&quot;type&quot;:&quot;FIGURE_OBJECT&quot;,&quot;id&quot;:&quot;68aca27c-fa18-4f8e-a4ce-bbb8bc702c65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43a08542-5712-401d-bacb-79652265510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3a08542-5712-401d-bacb-79652265510a&quot;:{&quot;relativeTransform&quot;:{&quot;translate&quot;:{&quot;x&quot;:271.24946474101654,&quot;y&quot;:-261.99615658049447},&quot;rotate&quot;:0,&quot;skewX&quot;:0,&quot;scale&quot;:{&quot;x&quot;:1,&quot;y&quot;:1}},&quot;type&quot;:&quot;FIGURE_OBJECT&quot;,&quot;id&quot;:&quot;43a08542-5712-401d-bacb-79652265510a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a9fde135-3468-46ba-a7e8-ff5115aeb4dc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a9fde135-3468-46ba-a7e8-ff5115aeb4dc&quot;:{&quot;relativeTransform&quot;:{&quot;translate&quot;:{&quot;x&quot;:271.9124039285682,&quot;y&quot;:-211.56577539489712},&quot;rotate&quot;:0,&quot;skewX&quot;:0,&quot;scale&quot;:{&quot;x&quot;:1,&quot;y&quot;:1}},&quot;type&quot;:&quot;FIGURE_OBJECT&quot;,&quot;id&quot;:&quot;a9fde135-3468-46ba-a7e8-ff5115aeb4dc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857f1fc-59cf-477d-9ec0-87e0c331e6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857f1fc-59cf-477d-9ec0-87e0c331e64a&quot;:{&quot;relativeTransform&quot;:{&quot;translate&quot;:{&quot;x&quot;:315.61582320816603,&quot;y&quot;:-188.1800202200214},&quot;rotate&quot;:0,&quot;skewX&quot;:0,&quot;scale&quot;:{&quot;x&quot;:1,&quot;y&quot;:1}},&quot;type&quot;:&quot;FIGURE_OBJECT&quot;,&quot;id&quot;:&quot;0857f1fc-59cf-477d-9ec0-87e0c331e6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6fb1c2b-02b1-4fd6-b421-f8a7572d51f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6fb1c2b-02b1-4fd6-b421-f8a7572d51fe&quot;:{&quot;relativeTransform&quot;:{&quot;translate&quot;:{&quot;x&quot;:339.00157838304176,&quot;y&quot;:-178.4190515624299},&quot;rotate&quot;:0,&quot;skewX&quot;:0,&quot;scale&quot;:{&quot;x&quot;:1,&quot;y&quot;:1}},&quot;type&quot;:&quot;FIGURE_OBJECT&quot;,&quot;id&quot;:&quot;06fb1c2b-02b1-4fd6-b421-f8a7572d51f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691a093-124c-4255-a084-755c0f5089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691a093-124c-4255-a084-755c0f50894a&quot;:{&quot;relativeTransform&quot;:{&quot;translate&quot;:{&quot;x&quot;:359.51895744901555,&quot;y&quot;:-227.22076179491978},&quot;rotate&quot;:0,&quot;skewX&quot;:0,&quot;scale&quot;:{&quot;x&quot;:1,&quot;y&quot;:1}},&quot;type&quot;:&quot;FIGURE_OBJECT&quot;,&quot;id&quot;:&quot;8691a093-124c-4255-a084-755c0f5089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efe8967-b90b-4cef-85e4-0540b44fdf6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efe8967-b90b-4cef-85e4-0540b44fdf6e&quot;:{&quot;relativeTransform&quot;:{&quot;translate&quot;:{&quot;x&quot;:383.8608379935253,&quot;y&quot;:-230.36748562738703},&quot;rotate&quot;:0,&quot;skewX&quot;:0,&quot;scale&quot;:{&quot;x&quot;:1,&quot;y&quot;:1}},&quot;type&quot;:&quot;FIGURE_OBJECT&quot;,&quot;id&quot;:&quot;8efe8967-b90b-4cef-85e4-0540b44fdf6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4373a88-aecc-4b20-a97b-533b78d65a8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4373a88-aecc-4b20-a97b-533b78d65a8e&quot;:{&quot;relativeTransform&quot;:{&quot;translate&quot;:{&quot;x&quot;:388.7250230909044,&quot;y&quot;:-250.72446611326595},&quot;rotate&quot;:0,&quot;skewX&quot;:0,&quot;scale&quot;:{&quot;x&quot;:1,&quot;y&quot;:1}},&quot;type&quot;:&quot;FIGURE_OBJECT&quot;,&quot;id&quot;:&quot;e4373a88-aecc-4b20-a97b-533b78d65a8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2059018-ee6e-4a97-b91b-d3b9790453f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2059018-ee6e-4a97-b91b-d3b9790453f3&quot;:{&quot;relativeTransform&quot;:{&quot;translate&quot;:{&quot;x&quot;:323.66918157463687,&quot;y&quot;:-242.15865416771692},&quot;rotate&quot;:0,&quot;skewX&quot;:0,&quot;scale&quot;:{&quot;x&quot;:1,&quot;y&quot;:1}},&quot;type&quot;:&quot;FIGURE_OBJECT&quot;,&quot;id&quot;:&quot;e2059018-ee6e-4a97-b91b-d3b9790453f3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7f83b02e-a329-4db7-9dc8-b3023e1256b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7f83b02e-a329-4db7-9dc8-b3023e1256b3&quot;:{&quot;relativeTransform&quot;:{&quot;translate&quot;:{&quot;x&quot;:354.67658703529315,&quot;y&quot;:-266.69673772802395},&quot;rotate&quot;:0,&quot;skewX&quot;:0,&quot;scale&quot;:{&quot;x&quot;:1,&quot;y&quot;:1}},&quot;type&quot;:&quot;FIGURE_OBJECT&quot;,&quot;id&quot;:&quot;7f83b02e-a329-4db7-9dc8-b3023e1256b3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15bdfc-3ab0-416c-b14a-164e6493d31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15bdfc-3ab0-416c-b14a-164e6493d318&quot;:{&quot;relativeTransform&quot;:{&quot;translate&quot;:{&quot;x&quot;:354.67714488565537,&quot;y&quot;:-253.82836151507496},&quot;rotate&quot;:0,&quot;skewX&quot;:0,&quot;scale&quot;:{&quot;x&quot;:1,&quot;y&quot;:1}},&quot;type&quot;:&quot;FIGURE_OBJECT&quot;,&quot;id&quot;:&quot;6815bdfc-3ab0-416c-b14a-164e6493d31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ee490bf-2ec6-4bad-b190-9c46fdba58b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ee490bf-2ec6-4bad-b190-9c46fdba58b8&quot;:{&quot;relativeTransform&quot;:{&quot;translate&quot;:{&quot;x&quot;:367.4022075704724,&quot;y&quot;:-203.9101273328562},&quot;rotate&quot;:0,&quot;skewX&quot;:0,&quot;scale&quot;:{&quot;x&quot;:1,&quot;y&quot;:1}},&quot;type&quot;:&quot;FIGURE_OBJECT&quot;,&quot;id&quot;:&quot;eee490bf-2ec6-4bad-b190-9c46fdba58b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b08e9171-e180-4a48-838a-fbaaac3449d6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08e9171-e180-4a48-838a-fbaaac3449d6&quot;:{&quot;relativeTransform&quot;:{&quot;translate&quot;:{&quot;x&quot;:322.8317680914471,&quot;y&quot;:-191.21045195125677},&quot;rotate&quot;:0,&quot;skewX&quot;:0,&quot;scale&quot;:{&quot;x&quot;:1,&quot;y&quot;:1}},&quot;type&quot;:&quot;FIGURE_OBJECT&quot;,&quot;id&quot;:&quot;b08e9171-e180-4a48-838a-fbaaac3449d6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d8b69b21-3ea4-4ac7-b647-244eb2c6a3c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8b69b21-3ea4-4ac7-b647-244eb2c6a3c9&quot;:{&quot;relativeTransform&quot;:{&quot;translate&quot;:{&quot;x&quot;:372.0258106464166,&quot;y&quot;:-239.04342313827703},&quot;rotate&quot;:0,&quot;skewX&quot;:0,&quot;scale&quot;:{&quot;x&quot;:1,&quot;y&quot;:1}},&quot;type&quot;:&quot;FIGURE_OBJECT&quot;,&quot;id&quot;:&quot;d8b69b21-3ea4-4ac7-b647-244eb2c6a3c9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c3687d0e-0b91-4d8e-bcdc-b27bd4f03de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3687d0e-0b91-4d8e-bcdc-b27bd4f03dea&quot;:{&quot;relativeTransform&quot;:{&quot;translate&quot;:{&quot;x&quot;:276.3307464819228,&quot;y&quot;:-218.9763903357999},&quot;rotate&quot;:0,&quot;skewX&quot;:0,&quot;scale&quot;:{&quot;x&quot;:1,&quot;y&quot;:1}},&quot;type&quot;:&quot;FIGURE_OBJECT&quot;,&quot;id&quot;:&quot;c3687d0e-0b91-4d8e-bcdc-b27bd4f03dea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aca27c-fa18-4f8e-a4ce-bbb8bc702c65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aca27c-fa18-4f8e-a4ce-bbb8bc702c65&quot;:{&quot;relativeTransform&quot;:{&quot;translate&quot;:{&quot;x&quot;:318.7834590440923,&quot;y&quot;:-246.9462145591696},&quot;rotate&quot;:0,&quot;skewX&quot;:0,&quot;scale&quot;:{&quot;x&quot;:1,&quot;y&quot;:1}},&quot;type&quot;:&quot;FIGURE_OBJECT&quot;,&quot;id&quot;:&quot;68aca27c-fa18-4f8e-a4ce-bbb8bc702c65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43a08542-5712-401d-bacb-79652265510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3a08542-5712-401d-bacb-79652265510a&quot;:{&quot;relativeTransform&quot;:{&quot;translate&quot;:{&quot;x&quot;:271.24946474101654,&quot;y&quot;:-261.99615658049447},&quot;rotate&quot;:0,&quot;skewX&quot;:0,&quot;scale&quot;:{&quot;x&quot;:1,&quot;y&quot;:1}},&quot;type&quot;:&quot;FIGURE_OBJECT&quot;,&quot;id&quot;:&quot;43a08542-5712-401d-bacb-79652265510a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a9fde135-3468-46ba-a7e8-ff5115aeb4dc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a9fde135-3468-46ba-a7e8-ff5115aeb4dc&quot;:{&quot;relativeTransform&quot;:{&quot;translate&quot;:{&quot;x&quot;:271.9124039285682,&quot;y&quot;:-211.56577539489712},&quot;rotate&quot;:0,&quot;skewX&quot;:0,&quot;scale&quot;:{&quot;x&quot;:1,&quot;y&quot;:1}},&quot;type&quot;:&quot;FIGURE_OBJECT&quot;,&quot;id&quot;:&quot;a9fde135-3468-46ba-a7e8-ff5115aeb4dc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857f1fc-59cf-477d-9ec0-87e0c331e6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857f1fc-59cf-477d-9ec0-87e0c331e64a&quot;:{&quot;relativeTransform&quot;:{&quot;translate&quot;:{&quot;x&quot;:315.61582320816603,&quot;y&quot;:-188.1800202200214},&quot;rotate&quot;:0,&quot;skewX&quot;:0,&quot;scale&quot;:{&quot;x&quot;:1,&quot;y&quot;:1}},&quot;type&quot;:&quot;FIGURE_OBJECT&quot;,&quot;id&quot;:&quot;0857f1fc-59cf-477d-9ec0-87e0c331e6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6fb1c2b-02b1-4fd6-b421-f8a7572d51f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6fb1c2b-02b1-4fd6-b421-f8a7572d51fe&quot;:{&quot;relativeTransform&quot;:{&quot;translate&quot;:{&quot;x&quot;:339.00157838304176,&quot;y&quot;:-178.4190515624299},&quot;rotate&quot;:0,&quot;skewX&quot;:0,&quot;scale&quot;:{&quot;x&quot;:1,&quot;y&quot;:1}},&quot;type&quot;:&quot;FIGURE_OBJECT&quot;,&quot;id&quot;:&quot;06fb1c2b-02b1-4fd6-b421-f8a7572d51f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691a093-124c-4255-a084-755c0f5089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691a093-124c-4255-a084-755c0f50894a&quot;:{&quot;relativeTransform&quot;:{&quot;translate&quot;:{&quot;x&quot;:359.51895744901555,&quot;y&quot;:-227.22076179491978},&quot;rotate&quot;:0,&quot;skewX&quot;:0,&quot;scale&quot;:{&quot;x&quot;:1,&quot;y&quot;:1}},&quot;type&quot;:&quot;FIGURE_OBJECT&quot;,&quot;id&quot;:&quot;8691a093-124c-4255-a084-755c0f5089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efe8967-b90b-4cef-85e4-0540b44fdf6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efe8967-b90b-4cef-85e4-0540b44fdf6e&quot;:{&quot;relativeTransform&quot;:{&quot;translate&quot;:{&quot;x&quot;:383.8608379935253,&quot;y&quot;:-230.36748562738703},&quot;rotate&quot;:0,&quot;skewX&quot;:0,&quot;scale&quot;:{&quot;x&quot;:1,&quot;y&quot;:1}},&quot;type&quot;:&quot;FIGURE_OBJECT&quot;,&quot;id&quot;:&quot;8efe8967-b90b-4cef-85e4-0540b44fdf6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4373a88-aecc-4b20-a97b-533b78d65a8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4373a88-aecc-4b20-a97b-533b78d65a8e&quot;:{&quot;relativeTransform&quot;:{&quot;translate&quot;:{&quot;x&quot;:388.7250230909044,&quot;y&quot;:-250.72446611326595},&quot;rotate&quot;:0,&quot;skewX&quot;:0,&quot;scale&quot;:{&quot;x&quot;:1,&quot;y&quot;:1}},&quot;type&quot;:&quot;FIGURE_OBJECT&quot;,&quot;id&quot;:&quot;e4373a88-aecc-4b20-a97b-533b78d65a8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2059018-ee6e-4a97-b91b-d3b9790453f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2059018-ee6e-4a97-b91b-d3b9790453f3&quot;:{&quot;relativeTransform&quot;:{&quot;translate&quot;:{&quot;x&quot;:323.66918157463687,&quot;y&quot;:-242.15865416771692},&quot;rotate&quot;:0,&quot;skewX&quot;:0,&quot;scale&quot;:{&quot;x&quot;:1,&quot;y&quot;:1}},&quot;type&quot;:&quot;FIGURE_OBJECT&quot;,&quot;id&quot;:&quot;e2059018-ee6e-4a97-b91b-d3b9790453f3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7f83b02e-a329-4db7-9dc8-b3023e1256b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7f83b02e-a329-4db7-9dc8-b3023e1256b3&quot;:{&quot;relativeTransform&quot;:{&quot;translate&quot;:{&quot;x&quot;:354.67658703529315,&quot;y&quot;:-266.69673772802395},&quot;rotate&quot;:0,&quot;skewX&quot;:0,&quot;scale&quot;:{&quot;x&quot;:1,&quot;y&quot;:1}},&quot;type&quot;:&quot;FIGURE_OBJECT&quot;,&quot;id&quot;:&quot;7f83b02e-a329-4db7-9dc8-b3023e1256b3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15bdfc-3ab0-416c-b14a-164e6493d31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15bdfc-3ab0-416c-b14a-164e6493d318&quot;:{&quot;relativeTransform&quot;:{&quot;translate&quot;:{&quot;x&quot;:354.67714488565537,&quot;y&quot;:-253.82836151507496},&quot;rotate&quot;:0,&quot;skewX&quot;:0,&quot;scale&quot;:{&quot;x&quot;:1,&quot;y&quot;:1}},&quot;type&quot;:&quot;FIGURE_OBJECT&quot;,&quot;id&quot;:&quot;6815bdfc-3ab0-416c-b14a-164e6493d31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ee490bf-2ec6-4bad-b190-9c46fdba58b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ee490bf-2ec6-4bad-b190-9c46fdba58b8&quot;:{&quot;relativeTransform&quot;:{&quot;translate&quot;:{&quot;x&quot;:367.4022075704724,&quot;y&quot;:-203.9101273328562},&quot;rotate&quot;:0,&quot;skewX&quot;:0,&quot;scale&quot;:{&quot;x&quot;:1,&quot;y&quot;:1}},&quot;type&quot;:&quot;FIGURE_OBJECT&quot;,&quot;id&quot;:&quot;eee490bf-2ec6-4bad-b190-9c46fdba58b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b08e9171-e180-4a48-838a-fbaaac3449d6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08e9171-e180-4a48-838a-fbaaac3449d6&quot;:{&quot;relativeTransform&quot;:{&quot;translate&quot;:{&quot;x&quot;:322.8317680914471,&quot;y&quot;:-191.21045195125677},&quot;rotate&quot;:0,&quot;skewX&quot;:0,&quot;scale&quot;:{&quot;x&quot;:1,&quot;y&quot;:1}},&quot;type&quot;:&quot;FIGURE_OBJECT&quot;,&quot;id&quot;:&quot;b08e9171-e180-4a48-838a-fbaaac3449d6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d8b69b21-3ea4-4ac7-b647-244eb2c6a3c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8b69b21-3ea4-4ac7-b647-244eb2c6a3c9&quot;:{&quot;relativeTransform&quot;:{&quot;translate&quot;:{&quot;x&quot;:372.0258106464166,&quot;y&quot;:-239.04342313827703},&quot;rotate&quot;:0,&quot;skewX&quot;:0,&quot;scale&quot;:{&quot;x&quot;:1,&quot;y&quot;:1}},&quot;type&quot;:&quot;FIGURE_OBJECT&quot;,&quot;id&quot;:&quot;d8b69b21-3ea4-4ac7-b647-244eb2c6a3c9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c3687d0e-0b91-4d8e-bcdc-b27bd4f03de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3687d0e-0b91-4d8e-bcdc-b27bd4f03dea&quot;:{&quot;relativeTransform&quot;:{&quot;translate&quot;:{&quot;x&quot;:276.3307464819228,&quot;y&quot;:-218.9763903357999},&quot;rotate&quot;:0,&quot;skewX&quot;:0,&quot;scale&quot;:{&quot;x&quot;:1,&quot;y&quot;:1}},&quot;type&quot;:&quot;FIGURE_OBJECT&quot;,&quot;id&quot;:&quot;c3687d0e-0b91-4d8e-bcdc-b27bd4f03dea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aca27c-fa18-4f8e-a4ce-bbb8bc702c65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aca27c-fa18-4f8e-a4ce-bbb8bc702c65&quot;:{&quot;relativeTransform&quot;:{&quot;translate&quot;:{&quot;x&quot;:318.7834590440923,&quot;y&quot;:-246.9462145591696},&quot;rotate&quot;:0,&quot;skewX&quot;:0,&quot;scale&quot;:{&quot;x&quot;:1,&quot;y&quot;:1}},&quot;type&quot;:&quot;FIGURE_OBJECT&quot;,&quot;id&quot;:&quot;68aca27c-fa18-4f8e-a4ce-bbb8bc702c65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43a08542-5712-401d-bacb-79652265510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3a08542-5712-401d-bacb-79652265510a&quot;:{&quot;relativeTransform&quot;:{&quot;translate&quot;:{&quot;x&quot;:271.24946474101654,&quot;y&quot;:-261.99615658049447},&quot;rotate&quot;:0,&quot;skewX&quot;:0,&quot;scale&quot;:{&quot;x&quot;:1,&quot;y&quot;:1}},&quot;type&quot;:&quot;FIGURE_OBJECT&quot;,&quot;id&quot;:&quot;43a08542-5712-401d-bacb-79652265510a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a9fde135-3468-46ba-a7e8-ff5115aeb4dc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a9fde135-3468-46ba-a7e8-ff5115aeb4dc&quot;:{&quot;relativeTransform&quot;:{&quot;translate&quot;:{&quot;x&quot;:271.9124039285682,&quot;y&quot;:-211.56577539489712},&quot;rotate&quot;:0,&quot;skewX&quot;:0,&quot;scale&quot;:{&quot;x&quot;:1,&quot;y&quot;:1}},&quot;type&quot;:&quot;FIGURE_OBJECT&quot;,&quot;id&quot;:&quot;a9fde135-3468-46ba-a7e8-ff5115aeb4dc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857f1fc-59cf-477d-9ec0-87e0c331e6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857f1fc-59cf-477d-9ec0-87e0c331e64a&quot;:{&quot;relativeTransform&quot;:{&quot;translate&quot;:{&quot;x&quot;:315.61582320816603,&quot;y&quot;:-188.1800202200214},&quot;rotate&quot;:0,&quot;skewX&quot;:0,&quot;scale&quot;:{&quot;x&quot;:1,&quot;y&quot;:1}},&quot;type&quot;:&quot;FIGURE_OBJECT&quot;,&quot;id&quot;:&quot;0857f1fc-59cf-477d-9ec0-87e0c331e6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6fb1c2b-02b1-4fd6-b421-f8a7572d51f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6fb1c2b-02b1-4fd6-b421-f8a7572d51fe&quot;:{&quot;relativeTransform&quot;:{&quot;translate&quot;:{&quot;x&quot;:339.00157838304176,&quot;y&quot;:-178.4190515624299},&quot;rotate&quot;:0,&quot;skewX&quot;:0,&quot;scale&quot;:{&quot;x&quot;:1,&quot;y&quot;:1}},&quot;type&quot;:&quot;FIGURE_OBJECT&quot;,&quot;id&quot;:&quot;06fb1c2b-02b1-4fd6-b421-f8a7572d51f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691a093-124c-4255-a084-755c0f5089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691a093-124c-4255-a084-755c0f50894a&quot;:{&quot;relativeTransform&quot;:{&quot;translate&quot;:{&quot;x&quot;:359.51895744901555,&quot;y&quot;:-227.22076179491978},&quot;rotate&quot;:0,&quot;skewX&quot;:0,&quot;scale&quot;:{&quot;x&quot;:1,&quot;y&quot;:1}},&quot;type&quot;:&quot;FIGURE_OBJECT&quot;,&quot;id&quot;:&quot;8691a093-124c-4255-a084-755c0f5089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efe8967-b90b-4cef-85e4-0540b44fdf6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efe8967-b90b-4cef-85e4-0540b44fdf6e&quot;:{&quot;relativeTransform&quot;:{&quot;translate&quot;:{&quot;x&quot;:383.8608379935253,&quot;y&quot;:-230.36748562738703},&quot;rotate&quot;:0,&quot;skewX&quot;:0,&quot;scale&quot;:{&quot;x&quot;:1,&quot;y&quot;:1}},&quot;type&quot;:&quot;FIGURE_OBJECT&quot;,&quot;id&quot;:&quot;8efe8967-b90b-4cef-85e4-0540b44fdf6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4373a88-aecc-4b20-a97b-533b78d65a8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4373a88-aecc-4b20-a97b-533b78d65a8e&quot;:{&quot;relativeTransform&quot;:{&quot;translate&quot;:{&quot;x&quot;:388.7250230909044,&quot;y&quot;:-250.72446611326595},&quot;rotate&quot;:0,&quot;skewX&quot;:0,&quot;scale&quot;:{&quot;x&quot;:1,&quot;y&quot;:1}},&quot;type&quot;:&quot;FIGURE_OBJECT&quot;,&quot;id&quot;:&quot;e4373a88-aecc-4b20-a97b-533b78d65a8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2059018-ee6e-4a97-b91b-d3b9790453f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2059018-ee6e-4a97-b91b-d3b9790453f3&quot;:{&quot;relativeTransform&quot;:{&quot;translate&quot;:{&quot;x&quot;:323.66918157463687,&quot;y&quot;:-242.15865416771692},&quot;rotate&quot;:0,&quot;skewX&quot;:0,&quot;scale&quot;:{&quot;x&quot;:1,&quot;y&quot;:1}},&quot;type&quot;:&quot;FIGURE_OBJECT&quot;,&quot;id&quot;:&quot;e2059018-ee6e-4a97-b91b-d3b9790453f3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7f83b02e-a329-4db7-9dc8-b3023e1256b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7f83b02e-a329-4db7-9dc8-b3023e1256b3&quot;:{&quot;relativeTransform&quot;:{&quot;translate&quot;:{&quot;x&quot;:354.67658703529315,&quot;y&quot;:-266.69673772802395},&quot;rotate&quot;:0,&quot;skewX&quot;:0,&quot;scale&quot;:{&quot;x&quot;:1,&quot;y&quot;:1}},&quot;type&quot;:&quot;FIGURE_OBJECT&quot;,&quot;id&quot;:&quot;7f83b02e-a329-4db7-9dc8-b3023e1256b3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15bdfc-3ab0-416c-b14a-164e6493d31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15bdfc-3ab0-416c-b14a-164e6493d318&quot;:{&quot;relativeTransform&quot;:{&quot;translate&quot;:{&quot;x&quot;:354.67714488565537,&quot;y&quot;:-253.82836151507496},&quot;rotate&quot;:0,&quot;skewX&quot;:0,&quot;scale&quot;:{&quot;x&quot;:1,&quot;y&quot;:1}},&quot;type&quot;:&quot;FIGURE_OBJECT&quot;,&quot;id&quot;:&quot;6815bdfc-3ab0-416c-b14a-164e6493d31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ee490bf-2ec6-4bad-b190-9c46fdba58b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ee490bf-2ec6-4bad-b190-9c46fdba58b8&quot;:{&quot;relativeTransform&quot;:{&quot;translate&quot;:{&quot;x&quot;:367.4022075704724,&quot;y&quot;:-203.9101273328562},&quot;rotate&quot;:0,&quot;skewX&quot;:0,&quot;scale&quot;:{&quot;x&quot;:1,&quot;y&quot;:1}},&quot;type&quot;:&quot;FIGURE_OBJECT&quot;,&quot;id&quot;:&quot;eee490bf-2ec6-4bad-b190-9c46fdba58b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b08e9171-e180-4a48-838a-fbaaac3449d6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08e9171-e180-4a48-838a-fbaaac3449d6&quot;:{&quot;relativeTransform&quot;:{&quot;translate&quot;:{&quot;x&quot;:322.8317680914471,&quot;y&quot;:-191.21045195125677},&quot;rotate&quot;:0,&quot;skewX&quot;:0,&quot;scale&quot;:{&quot;x&quot;:1,&quot;y&quot;:1}},&quot;type&quot;:&quot;FIGURE_OBJECT&quot;,&quot;id&quot;:&quot;b08e9171-e180-4a48-838a-fbaaac3449d6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d8b69b21-3ea4-4ac7-b647-244eb2c6a3c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8b69b21-3ea4-4ac7-b647-244eb2c6a3c9&quot;:{&quot;relativeTransform&quot;:{&quot;translate&quot;:{&quot;x&quot;:372.0258106464166,&quot;y&quot;:-239.04342313827703},&quot;rotate&quot;:0,&quot;skewX&quot;:0,&quot;scale&quot;:{&quot;x&quot;:1,&quot;y&quot;:1}},&quot;type&quot;:&quot;FIGURE_OBJECT&quot;,&quot;id&quot;:&quot;d8b69b21-3ea4-4ac7-b647-244eb2c6a3c9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c3687d0e-0b91-4d8e-bcdc-b27bd4f03de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3687d0e-0b91-4d8e-bcdc-b27bd4f03dea&quot;:{&quot;relativeTransform&quot;:{&quot;translate&quot;:{&quot;x&quot;:276.3307464819228,&quot;y&quot;:-218.9763903357999},&quot;rotate&quot;:0,&quot;skewX&quot;:0,&quot;scale&quot;:{&quot;x&quot;:1,&quot;y&quot;:1}},&quot;type&quot;:&quot;FIGURE_OBJECT&quot;,&quot;id&quot;:&quot;c3687d0e-0b91-4d8e-bcdc-b27bd4f03dea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aca27c-fa18-4f8e-a4ce-bbb8bc702c65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aca27c-fa18-4f8e-a4ce-bbb8bc702c65&quot;:{&quot;relativeTransform&quot;:{&quot;translate&quot;:{&quot;x&quot;:318.7834590440923,&quot;y&quot;:-246.9462145591696},&quot;rotate&quot;:0,&quot;skewX&quot;:0,&quot;scale&quot;:{&quot;x&quot;:1,&quot;y&quot;:1}},&quot;type&quot;:&quot;FIGURE_OBJECT&quot;,&quot;id&quot;:&quot;68aca27c-fa18-4f8e-a4ce-bbb8bc702c65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43a08542-5712-401d-bacb-79652265510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3a08542-5712-401d-bacb-79652265510a&quot;:{&quot;relativeTransform&quot;:{&quot;translate&quot;:{&quot;x&quot;:271.24946474101654,&quot;y&quot;:-261.99615658049447},&quot;rotate&quot;:0,&quot;skewX&quot;:0,&quot;scale&quot;:{&quot;x&quot;:1,&quot;y&quot;:1}},&quot;type&quot;:&quot;FIGURE_OBJECT&quot;,&quot;id&quot;:&quot;43a08542-5712-401d-bacb-79652265510a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a9fde135-3468-46ba-a7e8-ff5115aeb4dc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a9fde135-3468-46ba-a7e8-ff5115aeb4dc&quot;:{&quot;relativeTransform&quot;:{&quot;translate&quot;:{&quot;x&quot;:271.9124039285682,&quot;y&quot;:-211.56577539489712},&quot;rotate&quot;:0,&quot;skewX&quot;:0,&quot;scale&quot;:{&quot;x&quot;:1,&quot;y&quot;:1}},&quot;type&quot;:&quot;FIGURE_OBJECT&quot;,&quot;id&quot;:&quot;a9fde135-3468-46ba-a7e8-ff5115aeb4dc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857f1fc-59cf-477d-9ec0-87e0c331e6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857f1fc-59cf-477d-9ec0-87e0c331e64a&quot;:{&quot;relativeTransform&quot;:{&quot;translate&quot;:{&quot;x&quot;:315.61582320816603,&quot;y&quot;:-188.1800202200214},&quot;rotate&quot;:0,&quot;skewX&quot;:0,&quot;scale&quot;:{&quot;x&quot;:1,&quot;y&quot;:1}},&quot;type&quot;:&quot;FIGURE_OBJECT&quot;,&quot;id&quot;:&quot;0857f1fc-59cf-477d-9ec0-87e0c331e6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6fb1c2b-02b1-4fd6-b421-f8a7572d51f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6fb1c2b-02b1-4fd6-b421-f8a7572d51fe&quot;:{&quot;relativeTransform&quot;:{&quot;translate&quot;:{&quot;x&quot;:339.00157838304176,&quot;y&quot;:-178.4190515624299},&quot;rotate&quot;:0,&quot;skewX&quot;:0,&quot;scale&quot;:{&quot;x&quot;:1,&quot;y&quot;:1}},&quot;type&quot;:&quot;FIGURE_OBJECT&quot;,&quot;id&quot;:&quot;06fb1c2b-02b1-4fd6-b421-f8a7572d51f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691a093-124c-4255-a084-755c0f5089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691a093-124c-4255-a084-755c0f50894a&quot;:{&quot;relativeTransform&quot;:{&quot;translate&quot;:{&quot;x&quot;:359.51895744901555,&quot;y&quot;:-227.22076179491978},&quot;rotate&quot;:0,&quot;skewX&quot;:0,&quot;scale&quot;:{&quot;x&quot;:1,&quot;y&quot;:1}},&quot;type&quot;:&quot;FIGURE_OBJECT&quot;,&quot;id&quot;:&quot;8691a093-124c-4255-a084-755c0f5089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efe8967-b90b-4cef-85e4-0540b44fdf6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efe8967-b90b-4cef-85e4-0540b44fdf6e&quot;:{&quot;relativeTransform&quot;:{&quot;translate&quot;:{&quot;x&quot;:383.8608379935253,&quot;y&quot;:-230.36748562738703},&quot;rotate&quot;:0,&quot;skewX&quot;:0,&quot;scale&quot;:{&quot;x&quot;:1,&quot;y&quot;:1}},&quot;type&quot;:&quot;FIGURE_OBJECT&quot;,&quot;id&quot;:&quot;8efe8967-b90b-4cef-85e4-0540b44fdf6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4373a88-aecc-4b20-a97b-533b78d65a8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4373a88-aecc-4b20-a97b-533b78d65a8e&quot;:{&quot;relativeTransform&quot;:{&quot;translate&quot;:{&quot;x&quot;:388.7250230909044,&quot;y&quot;:-250.72446611326595},&quot;rotate&quot;:0,&quot;skewX&quot;:0,&quot;scale&quot;:{&quot;x&quot;:1,&quot;y&quot;:1}},&quot;type&quot;:&quot;FIGURE_OBJECT&quot;,&quot;id&quot;:&quot;e4373a88-aecc-4b20-a97b-533b78d65a8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2059018-ee6e-4a97-b91b-d3b9790453f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2059018-ee6e-4a97-b91b-d3b9790453f3&quot;:{&quot;relativeTransform&quot;:{&quot;translate&quot;:{&quot;x&quot;:323.66918157463687,&quot;y&quot;:-242.15865416771692},&quot;rotate&quot;:0,&quot;skewX&quot;:0,&quot;scale&quot;:{&quot;x&quot;:1,&quot;y&quot;:1}},&quot;type&quot;:&quot;FIGURE_OBJECT&quot;,&quot;id&quot;:&quot;e2059018-ee6e-4a97-b91b-d3b9790453f3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7f83b02e-a329-4db7-9dc8-b3023e1256b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7f83b02e-a329-4db7-9dc8-b3023e1256b3&quot;:{&quot;relativeTransform&quot;:{&quot;translate&quot;:{&quot;x&quot;:354.67658703529315,&quot;y&quot;:-266.69673772802395},&quot;rotate&quot;:0,&quot;skewX&quot;:0,&quot;scale&quot;:{&quot;x&quot;:1,&quot;y&quot;:1}},&quot;type&quot;:&quot;FIGURE_OBJECT&quot;,&quot;id&quot;:&quot;7f83b02e-a329-4db7-9dc8-b3023e1256b3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15bdfc-3ab0-416c-b14a-164e6493d31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15bdfc-3ab0-416c-b14a-164e6493d318&quot;:{&quot;relativeTransform&quot;:{&quot;translate&quot;:{&quot;x&quot;:354.67714488565537,&quot;y&quot;:-253.82836151507496},&quot;rotate&quot;:0,&quot;skewX&quot;:0,&quot;scale&quot;:{&quot;x&quot;:1,&quot;y&quot;:1}},&quot;type&quot;:&quot;FIGURE_OBJECT&quot;,&quot;id&quot;:&quot;6815bdfc-3ab0-416c-b14a-164e6493d31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ee490bf-2ec6-4bad-b190-9c46fdba58b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ee490bf-2ec6-4bad-b190-9c46fdba58b8&quot;:{&quot;relativeTransform&quot;:{&quot;translate&quot;:{&quot;x&quot;:367.4022075704724,&quot;y&quot;:-203.9101273328562},&quot;rotate&quot;:0,&quot;skewX&quot;:0,&quot;scale&quot;:{&quot;x&quot;:1,&quot;y&quot;:1}},&quot;type&quot;:&quot;FIGURE_OBJECT&quot;,&quot;id&quot;:&quot;eee490bf-2ec6-4bad-b190-9c46fdba58b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b08e9171-e180-4a48-838a-fbaaac3449d6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08e9171-e180-4a48-838a-fbaaac3449d6&quot;:{&quot;relativeTransform&quot;:{&quot;translate&quot;:{&quot;x&quot;:322.8317680914471,&quot;y&quot;:-191.21045195125677},&quot;rotate&quot;:0,&quot;skewX&quot;:0,&quot;scale&quot;:{&quot;x&quot;:1,&quot;y&quot;:1}},&quot;type&quot;:&quot;FIGURE_OBJECT&quot;,&quot;id&quot;:&quot;b08e9171-e180-4a48-838a-fbaaac3449d6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d8b69b21-3ea4-4ac7-b647-244eb2c6a3c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8b69b21-3ea4-4ac7-b647-244eb2c6a3c9&quot;:{&quot;relativeTransform&quot;:{&quot;translate&quot;:{&quot;x&quot;:372.0258106464166,&quot;y&quot;:-239.04342313827703},&quot;rotate&quot;:0,&quot;skewX&quot;:0,&quot;scale&quot;:{&quot;x&quot;:1,&quot;y&quot;:1}},&quot;type&quot;:&quot;FIGURE_OBJECT&quot;,&quot;id&quot;:&quot;d8b69b21-3ea4-4ac7-b647-244eb2c6a3c9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c3687d0e-0b91-4d8e-bcdc-b27bd4f03de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3687d0e-0b91-4d8e-bcdc-b27bd4f03dea&quot;:{&quot;relativeTransform&quot;:{&quot;translate&quot;:{&quot;x&quot;:276.3307464819228,&quot;y&quot;:-218.9763903357999},&quot;rotate&quot;:0,&quot;skewX&quot;:0,&quot;scale&quot;:{&quot;x&quot;:1,&quot;y&quot;:1}},&quot;type&quot;:&quot;FIGURE_OBJECT&quot;,&quot;id&quot;:&quot;c3687d0e-0b91-4d8e-bcdc-b27bd4f03dea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aca27c-fa18-4f8e-a4ce-bbb8bc702c65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aca27c-fa18-4f8e-a4ce-bbb8bc702c65&quot;:{&quot;relativeTransform&quot;:{&quot;translate&quot;:{&quot;x&quot;:318.7834590440923,&quot;y&quot;:-246.9462145591696},&quot;rotate&quot;:0,&quot;skewX&quot;:0,&quot;scale&quot;:{&quot;x&quot;:1,&quot;y&quot;:1}},&quot;type&quot;:&quot;FIGURE_OBJECT&quot;,&quot;id&quot;:&quot;68aca27c-fa18-4f8e-a4ce-bbb8bc702c65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4e3c0d59-66d1-4392-aef6-95c54de1163b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43a08542-5712-401d-bacb-79652265510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3a08542-5712-401d-bacb-79652265510a&quot;:{&quot;relativeTransform&quot;:{&quot;translate&quot;:{&quot;x&quot;:271.24946474101654,&quot;y&quot;:-261.99615658049447},&quot;rotate&quot;:0,&quot;skewX&quot;:0,&quot;scale&quot;:{&quot;x&quot;:1,&quot;y&quot;:1}},&quot;type&quot;:&quot;FIGURE_OBJECT&quot;,&quot;id&quot;:&quot;43a08542-5712-401d-bacb-79652265510a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a9fde135-3468-46ba-a7e8-ff5115aeb4dc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a9fde135-3468-46ba-a7e8-ff5115aeb4dc&quot;:{&quot;relativeTransform&quot;:{&quot;translate&quot;:{&quot;x&quot;:271.9124039285682,&quot;y&quot;:-211.56577539489712},&quot;rotate&quot;:0,&quot;skewX&quot;:0,&quot;scale&quot;:{&quot;x&quot;:1,&quot;y&quot;:1}},&quot;type&quot;:&quot;FIGURE_OBJECT&quot;,&quot;id&quot;:&quot;a9fde135-3468-46ba-a7e8-ff5115aeb4dc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857f1fc-59cf-477d-9ec0-87e0c331e6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857f1fc-59cf-477d-9ec0-87e0c331e64a&quot;:{&quot;relativeTransform&quot;:{&quot;translate&quot;:{&quot;x&quot;:315.61582320816603,&quot;y&quot;:-188.1800202200214},&quot;rotate&quot;:0,&quot;skewX&quot;:0,&quot;scale&quot;:{&quot;x&quot;:1,&quot;y&quot;:1}},&quot;type&quot;:&quot;FIGURE_OBJECT&quot;,&quot;id&quot;:&quot;0857f1fc-59cf-477d-9ec0-87e0c331e6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06fb1c2b-02b1-4fd6-b421-f8a7572d51f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6fb1c2b-02b1-4fd6-b421-f8a7572d51fe&quot;:{&quot;relativeTransform&quot;:{&quot;translate&quot;:{&quot;x&quot;:339.00157838304176,&quot;y&quot;:-178.4190515624299},&quot;rotate&quot;:0,&quot;skewX&quot;:0,&quot;scale&quot;:{&quot;x&quot;:1,&quot;y&quot;:1}},&quot;type&quot;:&quot;FIGURE_OBJECT&quot;,&quot;id&quot;:&quot;06fb1c2b-02b1-4fd6-b421-f8a7572d51f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691a093-124c-4255-a084-755c0f50894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691a093-124c-4255-a084-755c0f50894a&quot;:{&quot;relativeTransform&quot;:{&quot;translate&quot;:{&quot;x&quot;:359.51895744901555,&quot;y&quot;:-227.22076179491978},&quot;rotate&quot;:0,&quot;skewX&quot;:0,&quot;scale&quot;:{&quot;x&quot;:1,&quot;y&quot;:1}},&quot;type&quot;:&quot;FIGURE_OBJECT&quot;,&quot;id&quot;:&quot;8691a093-124c-4255-a084-755c0f50894a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8efe8967-b90b-4cef-85e4-0540b44fdf6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efe8967-b90b-4cef-85e4-0540b44fdf6e&quot;:{&quot;relativeTransform&quot;:{&quot;translate&quot;:{&quot;x&quot;:383.8608379935253,&quot;y&quot;:-230.36748562738703},&quot;rotate&quot;:0,&quot;skewX&quot;:0,&quot;scale&quot;:{&quot;x&quot;:1,&quot;y&quot;:1}},&quot;type&quot;:&quot;FIGURE_OBJECT&quot;,&quot;id&quot;:&quot;8efe8967-b90b-4cef-85e4-0540b44fdf6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4373a88-aecc-4b20-a97b-533b78d65a8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4373a88-aecc-4b20-a97b-533b78d65a8e&quot;:{&quot;relativeTransform&quot;:{&quot;translate&quot;:{&quot;x&quot;:388.7250230909044,&quot;y&quot;:-250.72446611326595},&quot;rotate&quot;:0,&quot;skewX&quot;:0,&quot;scale&quot;:{&quot;x&quot;:1,&quot;y&quot;:1}},&quot;type&quot;:&quot;FIGURE_OBJECT&quot;,&quot;id&quot;:&quot;e4373a88-aecc-4b20-a97b-533b78d65a8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2059018-ee6e-4a97-b91b-d3b9790453f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2059018-ee6e-4a97-b91b-d3b9790453f3&quot;:{&quot;relativeTransform&quot;:{&quot;translate&quot;:{&quot;x&quot;:323.66918157463687,&quot;y&quot;:-242.15865416771692},&quot;rotate&quot;:0,&quot;skewX&quot;:0,&quot;scale&quot;:{&quot;x&quot;:1,&quot;y&quot;:1}},&quot;type&quot;:&quot;FIGURE_OBJECT&quot;,&quot;id&quot;:&quot;e2059018-ee6e-4a97-b91b-d3b9790453f3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4e3c0d59-66d1-4392-aef6-95c54de1163b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7f83b02e-a329-4db7-9dc8-b3023e1256b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7f83b02e-a329-4db7-9dc8-b3023e1256b3&quot;:{&quot;relativeTransform&quot;:{&quot;translate&quot;:{&quot;x&quot;:354.67658703529315,&quot;y&quot;:-266.69673772802395},&quot;rotate&quot;:0,&quot;skewX&quot;:0,&quot;scale&quot;:{&quot;x&quot;:1,&quot;y&quot;:1}},&quot;type&quot;:&quot;FIGURE_OBJECT&quot;,&quot;id&quot;:&quot;7f83b02e-a329-4db7-9dc8-b3023e1256b3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6815bdfc-3ab0-416c-b14a-164e6493d31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815bdfc-3ab0-416c-b14a-164e6493d318&quot;:{&quot;relativeTransform&quot;:{&quot;translate&quot;:{&quot;x&quot;:354.67714488565537,&quot;y&quot;:-253.82836151507496},&quot;rotate&quot;:0,&quot;skewX&quot;:0,&quot;scale&quot;:{&quot;x&quot;:1,&quot;y&quot;:1}},&quot;type&quot;:&quot;FIGURE_OBJECT&quot;,&quot;id&quot;:&quot;6815bdfc-3ab0-416c-b14a-164e6493d31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4e3c0d59-66d1-4392-aef6-95c54de1163b"/>
  <p:tag name="SELECTIONIDS" val="eee490bf-2ec6-4bad-b190-9c46fdba58b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ee490bf-2ec6-4bad-b190-9c46fdba58b8&quot;:{&quot;relativeTransform&quot;:{&quot;translate&quot;:{&quot;x&quot;:367.4022075704724,&quot;y&quot;:-203.9101273328562},&quot;rotate&quot;:0,&quot;skewX&quot;:0,&quot;scale&quot;:{&quot;x&quot;:1,&quot;y&quot;:1}},&quot;type&quot;:&quot;FIGURE_OBJECT&quot;,&quot;id&quot;:&quot;eee490bf-2ec6-4bad-b190-9c46fdba58b8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4e3c0d59-66d1-4392-aef6-95c54de1163b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e3c0d59-66d1-4392-aef6-95c54de1163b&quot;:{&quot;id&quot;:&quot;4e3c0d59-66d1-4392-aef6-95c54de1163b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5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e650e5b06e265f690efbfd"/>
  <p:tag name="SLIDEID" val="cb1e878a-f3cc-4504-8349-a8bab276d969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a872800-d51f-4613-a832-59e76f6af5b5&quot;:{&quot;id&quot;:&quot;5a872800-d51f-4613-a832-59e76f6af5b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cb1e878a-f3cc-4504-8349-a8bab276d969&quot;,&quot;order&quot;:&quot;5&quot;}},&quot;06f294a8-5008-4df6-b103-af0eec26eded&quot;:{&quot;id&quot;:&quot;06f294a8-5008-4df6-b103-af0eec26eded&quot;,&quot;name&quot;:&quot;image.png&quot;,&quot;type&quot;:&quot;FIGURE_OBJECT&quot;,&quot;relativeTransform&quot;:{&quot;translate&quot;:{&quot;x&quot;:-404.072411126875,&quot;y&quot;:-204.36634822353875},&quot;rotate&quot;:0,&quot;skewX&quot;:0,&quot;scale&quot;:{&quot;x&quot;:0.4539878589835845,&quot;y&quot;:0.4539878589835845}},&quot;image&quot;:{&quot;url&quot;:&quot;https://core.services.biorender.com/api/uploads/noredirect/69e651260c4592556e65298b/1776701734556_314743f3-4614-41da-aa2e-3089cb0c796c_icon.png&quot;,&quot;isPremium&quot;:false,&quot;isSignedURL&quot;:true,&quot;size&quot;:{&quot;x&quot;:300,&quot;y&quot;:421.6738197424893}},&quot;source&quot;:{&quot;id&quot;:&quot;69e651260c4592556e65298b&quot;,&quot;type&quot;:&quot;UPLOADS&quot;},&quot;isPremium&quot;:false,&quot;parent&quot;:{&quot;type&quot;:&quot;CHILD&quot;,&quot;parentId&quot;:&quot;cb1e878a-f3cc-4504-8349-a8bab276d969&quot;,&quot;order&quot;:&quot;5&quot;}},&quot;67c2784a-1b2e-4457-a494-1d04be997e11&quot;:{&quot;id&quot;:&quot;67c2784a-1b2e-4457-a494-1d04be997e11&quot;,&quot;type&quot;:&quot;FIGURE_OBJECT&quot;,&quot;relativeTransform&quot;:{&quot;translate&quot;:{&quot;x&quot;:-412.72100281752904,&quot;y&quot;:-69.8662371573867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9]}],&quot;text&quot;:&quot;synthesis &quot;,&quot;baseStyle&quot;:{&quot;fontFamily&quot;:&quot;Arial&quot;,&quot;fontSize&quot;:18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7]}],&quot;text&quot;:&quot;of Se-PS&quot;,&quot;baseStyle&quot;:{&quot;fontFamily&quot;:&quot;Arial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cb1e878a-f3cc-4504-8349-a8bab276d969&quot;,&quot;order&quot;:&quot;999&quot;}},&quot;3e0e0219-853b-448b-955e-b74f023b26d0&quot;:{&quot;type&quot;:&quot;FIGURE_OBJECT&quot;,&quot;id&quot;:&quot;3e0e0219-853b-448b-955e-b74f023b26d0&quot;,&quot;relativeTransform&quot;:{&quot;translate&quot;:{&quot;x&quot;:-265.1072744242821,&quot;y&quot;:-190.99852010932491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b1e878a-f3cc-4504-8349-a8bab276d969&quot;,&quot;order&quot;:&quot;9995&quot;},&quot;connectorInfo&quot;:{&quot;type&quot;:&quot;LINE&quot;,&quot;offset&quot;:{&quot;x&quot;:0,&quot;y&quot;:0},&quot;bending&quot;:0.1,&quot;customized&quot;:false}},&quot;50ee22ce-3116-430f-94dd-ef9ca0ecf63b&quot;:{&quot;id&quot;:&quot;50ee22ce-3116-430f-94dd-ef9ca0ecf63b&quot;,&quot;type&quot;:&quot;FIGURE_OBJECT&quot;,&quot;relativeTransform&quot;:{&quot;translate&quot;:{&quot;x&quot;:-183.07484425146944,&quot;y&quot;:-118.0435663942753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7.333333333333332,&quot;color&quot;:&quot;black&quot;,&quot;fontWeight&quot;:&quot;normal&quot;,&quot;fontStyle&quot;:&quot;normal&quot;,&quot;decoration&quot;:&quot;none&quot;},&quot;range&quot;:[0,58]}],&quot;text&quot;:&quot;cryomilling of bulk Se-PS into irregularly shaped particles&quot;}],&quot;_lastCaretLocation&quot;:{&quot;lineIndex&quot;:0,&quot;runIndex&quot;:0,&quot;charIndex&quot;:42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ef44a512-8908-4c67-ac80-99216288c9e1&quot;,&quot;order&quot;:&quot;5&quot;}},&quot;7eee7e93-3a5d-42ca-88d3-f2f0dd9a65bf&quot;:{&quot;type&quot;:&quot;FIGURE_OBJECT&quot;,&quot;id&quot;:&quot;7eee7e93-3a5d-42ca-88d3-f2f0dd9a65bf&quot;,&quot;relativeTransform&quot;:{&quot;translate&quot;:{&quot;x&quot;:8.958883060518168,&quot;y&quot;:-191.7002737512408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b1e878a-f3cc-4504-8349-a8bab276d969&quot;,&quot;order&quot;:&quot;9997&quot;},&quot;connectorInfo&quot;:{&quot;type&quot;:&quot;LINE&quot;,&quot;offset&quot;:{&quot;x&quot;:0,&quot;y&quot;:0},&quot;bending&quot;:0.1,&quot;customized&quot;:false}},&quot;7884d40c-e9cb-49dc-aaaa-b0fcfdf1f3ea&quot;:{&quot;id&quot;:&quot;7884d40c-e9cb-49dc-aaaa-b0fcfdf1f3ea&quot;,&quot;name&quot;:&quot;Dry pulverizer (Covaris cryoPREP)&quot;,&quot;displayName&quot;:&quot;&quot;,&quot;type&quot;:&quot;FIGURE_OBJECT&quot;,&quot;relativeTransform&quot;:{&quot;translate&quot;:{&quot;x&quot;:-265.10690563289364,&quot;y&quot;:-238.50755732016822},&quot;rotate&quot;:0,&quot;skewX&quot;:0,&quot;scale&quot;:{&quot;x&quot;:0.4431838166525532,&quot;y&quot;:0.4431838166525532}},&quot;image&quot;:{&quot;url&quot;:&quot;https://icons.cdn.biorender.com/biorender/61942652eacded0029996619/20211116220141/image/61942652eacded0029996619.png&quot;,&quot;isPremium&quot;:false,&quot;isOrgIcon&quot;:false,&quot;size&quot;:{&quot;x&quot;:150,&quot;y&quot;:126.0810810810811}},&quot;source&quot;:{&quot;id&quot;:&quot;61942652eacded0029996619&quot;,&quot;version&quot;:&quot;20211116220141&quot;,&quot;type&quot;:&quot;ASSETS&quot;},&quot;isPremium&quot;:false,&quot;parent&quot;:{&quot;type&quot;:&quot;CHILD&quot;,&quot;parentId&quot;:&quot;cb1e878a-f3cc-4504-8349-a8bab276d969&quot;,&quot;order&quot;:&quot;9998&quot;}},&quot;7144ec9d-53bf-442d-91eb-0ae5272d0d94&quot;:{&quot;relativeTransform&quot;:{&quot;translate&quot;:{&quot;x&quot;:-133.17239196525145,&quot;y&quot;:-175.07758456692085},&quot;rotate&quot;:0,&quot;skewX&quot;:0,&quot;scale&quot;:{&quot;x&quot;:1,&quot;y&quot;:1}},&quot;type&quot;:&quot;FIGURE_OBJECT&quot;,&quot;id&quot;:&quot;7144ec9d-53bf-442d-91eb-0ae5272d0d94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cb1e878a-f3cc-4504-8349-a8bab276d969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62be7c03-57cd-4262-ba21-da32e3679b51&quot;:{&quot;relativeTransform&quot;:{&quot;translate&quot;:{&quot;x&quot;:-93.96451469908268,&quot;y&quot;:-218.32506796183355},&quot;rotate&quot;:0,&quot;skewX&quot;:0,&quot;scale&quot;:{&quot;x&quot;:1,&quot;y&quot;:1}},&quot;type&quot;:&quot;FIGURE_OBJECT&quot;,&quot;id&quot;:&quot;62be7c03-57cd-4262-ba21-da32e3679b51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cb1e878a-f3cc-4504-8349-a8bab276d969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35794e1d-f7b3-458f-86cd-31e253120b86&quot;:{&quot;relativeTransform&quot;:{&quot;translate&quot;:{&quot;x&quot;:-150.03714907962583,&quot;y&quot;:-208.25532407029118},&quot;rotate&quot;:0,&quot;skewX&quot;:0,&quot;scale&quot;:{&quot;x&quot;:1,&quot;y&quot;:1}},&quot;type&quot;:&quot;FIGURE_OBJECT&quot;,&quot;id&quot;:&quot;35794e1d-f7b3-458f-86cd-31e253120b86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cb1e878a-f3cc-4504-8349-a8bab276d969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c012f0b9-207a-4ad1-973f-b462a5fb9f9b&quot;:{&quot;relativeTransform&quot;:{&quot;translate&quot;:{&quot;x&quot;:-132.61009877495192,&quot;y&quot;:-226.2278593827261},&quot;rotate&quot;:0,&quot;skewX&quot;:0,&quot;scale&quot;:{&quot;x&quot;:1,&quot;y&quot;:1}},&quot;type&quot;:&quot;FIGURE_OBJECT&quot;,&quot;id&quot;:&quot;c012f0b9-207a-4ad1-973f-b462a5fb9f9b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cb1e878a-f3cc-4504-8349-a8bab276d969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180449fd-43ad-48f4-a992-18f3a667614d&quot;:{&quot;relativeTransform&quot;:{&quot;translate&quot;:{&quot;x&quot;:-163.73009307802766,&quot;y&quot;:-243.624801404051},&quot;rotate&quot;:0,&quot;skewX&quot;:0,&quot;scale&quot;:{&quot;x&quot;:1,&quot;y&quot;:1}},&quot;type&quot;:&quot;FIGURE_OBJECT&quot;,&quot;id&quot;:&quot;180449fd-43ad-48f4-a992-18f3a667614d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cb1e878a-f3cc-4504-8349-a8bab276d969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b74f8ae1-0779-41bc-8f23-f68b2b4bd429&quot;:{&quot;relativeTransform&quot;:{&quot;translate&quot;:{&quot;x&quot;:-154.45549163298043,&quot;y&quot;:-200.8447091293884},&quot;rotate&quot;:0,&quot;skewX&quot;:0,&quot;scale&quot;:{&quot;x&quot;:1,&quot;y&quot;:1}},&quot;type&quot;:&quot;FIGURE_OBJECT&quot;,&quot;id&quot;:&quot;b74f8ae1-0779-41bc-8f23-f68b2b4bd429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6c49aa08-bdfc-4ae3-9223-02c7f9210a4e&quot;:{&quot;relativeTransform&quot;:{&quot;translate&quot;:{&quot;x&quot;:-123.97433684853249,&quot;y&quot;:-174.39415283568547},&quot;rotate&quot;:0,&quot;skewX&quot;:0,&quot;scale&quot;:{&quot;x&quot;:1,&quot;y&quot;:1}},&quot;type&quot;:&quot;FIGURE_OBJECT&quot;,&quot;id&quot;:&quot;6c49aa08-bdfc-4ae3-9223-02c7f9210a4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632aec8d-c131-49a9-97fa-6d2892423adc&quot;:{&quot;relativeTransform&quot;:{&quot;translate&quot;:{&quot;x&quot;:-115.44369941451453,&quot;y&quot;:-166.05410848374123},&quot;rotate&quot;:0,&quot;skewX&quot;:0,&quot;scale&quot;:{&quot;x&quot;:1,&quot;y&quot;:1}},&quot;type&quot;:&quot;FIGURE_OBJECT&quot;,&quot;id&quot;:&quot;632aec8d-c131-49a9-97fa-6d2892423adc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16c0ce15-d430-4539-9c15-4e7da59af412&quot;:{&quot;relativeTransform&quot;:{&quot;translate&quot;:{&quot;x&quot;:-106.47136789648371,&quot;y&quot;:-206.5024066184763},&quot;rotate&quot;:0,&quot;skewX&quot;:0,&quot;scale&quot;:{&quot;x&quot;:1,&quot;y&quot;:1}},&quot;type&quot;:&quot;FIGURE_OBJECT&quot;,&quot;id&quot;:&quot;16c0ce15-d430-4539-9c15-4e7da59af412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a343cad6-beef-4536-ae82-badd821940f4&quot;:{&quot;relativeTransform&quot;:{&quot;translate&quot;:{&quot;x&quot;:-82.12948735197395,&quot;y&quot;:-209.64913045094355},&quot;rotate&quot;:0,&quot;skewX&quot;:0,&quot;scale&quot;:{&quot;x&quot;:1,&quot;y&quot;:1}},&quot;type&quot;:&quot;FIGURE_OBJECT&quot;,&quot;id&quot;:&quot;a343cad6-beef-4536-ae82-badd821940f4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60b306be-3d47-40e1-bf04-ea6dcd0e13c1&quot;:{&quot;relativeTransform&quot;:{&quot;translate&quot;:{&quot;x&quot;:-77.26530225459484,&quot;y&quot;:-230.00611093682247},&quot;rotate&quot;:0,&quot;skewX&quot;:0,&quot;scale&quot;:{&quot;x&quot;:1,&quot;y&quot;:1}},&quot;type&quot;:&quot;FIGURE_OBJECT&quot;,&quot;id&quot;:&quot;60b306be-3d47-40e1-bf04-ea6dcd0e13c1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814f81de-2658-4d45-9be9-e42816530a37&quot;:{&quot;relativeTransform&quot;:{&quot;translate&quot;:{&quot;x&quot;:-127.72437624440735,&quot;y&quot;:-221.44029899127344},&quot;rotate&quot;:0,&quot;skewX&quot;:0,&quot;scale&quot;:{&quot;x&quot;:1,&quot;y&quot;:1}},&quot;type&quot;:&quot;FIGURE_OBJECT&quot;,&quot;id&quot;:&quot;814f81de-2658-4d45-9be9-e42816530a37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56a0c91d-d436-40e4-bd21-0848a6eb2e1a&quot;:{&quot;relativeTransform&quot;:{&quot;translate&quot;:{&quot;x&quot;:-96.9860852292978,&quot;y&quot;:-230.9079736009632},&quot;rotate&quot;:0,&quot;skewX&quot;:0,&quot;scale&quot;:{&quot;x&quot;:1,&quot;y&quot;:1}},&quot;type&quot;:&quot;FIGURE_OBJECT&quot;,&quot;id&quot;:&quot;56a0c91d-d436-40e4-bd21-0848a6eb2e1a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cb1e878a-f3cc-4504-8349-a8bab276d969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ffe9271-a163-452d-9f04-eae40f0c7cd7&quot;:{&quot;relativeTransform&quot;:{&quot;translate&quot;:{&quot;x&quot;:-111.31318045984389,&quot;y&quot;:-233.11000633863148},&quot;rotate&quot;:0,&quot;skewX&quot;:0,&quot;scale&quot;:{&quot;x&quot;:1,&quot;y&quot;:1}},&quot;type&quot;:&quot;FIGURE_OBJECT&quot;,&quot;id&quot;:&quot;4ffe9271-a163-452d-9f04-eae40f0c7cd7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cb1e878a-f3cc-4504-8349-a8bab276d969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136039f3-0e62-4fd1-b335-e47203d1bbbe&quot;:{&quot;relativeTransform&quot;:{&quot;translate&quot;:{&quot;x&quot;:-121.09194780148187,&quot;y&quot;:-202.589863426254},&quot;rotate&quot;:0,&quot;skewX&quot;:0,&quot;scale&quot;:{&quot;x&quot;:1,&quot;y&quot;:1}},&quot;type&quot;:&quot;FIGURE_OBJECT&quot;,&quot;id&quot;:&quot;136039f3-0e62-4fd1-b335-e47203d1bbbe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cb1e878a-f3cc-4504-8349-a8bab276d969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c145cedb-e15a-40cc-9b8b-3ea5e0359593&quot;:{&quot;relativeTransform&quot;:{&quot;translate&quot;:{&quot;x&quot;:116.19678747682735,&quot;y&quot;:-326.21430218885433},&quot;rotate&quot;:0,&quot;skewX&quot;:0,&quot;scale&quot;:{&quot;x&quot;:1,&quot;y&quot;:1}},&quot;type&quot;:&quot;FIGURE_OBJECT&quot;,&quot;id&quot;:&quot;c145cedb-e15a-40cc-9b8b-3ea5e0359593&quot;,&quot;parent&quot;:{&quot;type&quot;:&quot;CHILD&quot;,&quot;parentId&quot;:&quot;cb1e878a-f3cc-4504-8349-a8bab276d969&quot;,&quot;order&quot;:&quot;99999999&quot;},&quot;name&quot;:&quot;Centrifugation (falcon tube with 1/2 liquid into centrifuge)&quot;,&quot;displayName&quot;:&quot;Centrifugation (falcon tube with 1/2 liquid into centrifuge)&quot;,&quot;source&quot;:{&quot;id&quot;:&quot;606df78aa5a2b400a04308cd&quot;,&quot;type&quot;:&quot;ASSETS&quot;},&quot;isPremium&quot;:true},&quot;17698772-2965-42d0-a71d-9b70315f40ce&quot;:{&quot;type&quot;:&quot;FIGURE_OBJECT&quot;,&quot;id&quot;:&quot;17698772-2965-42d0-a71d-9b70315f40ce&quot;,&quot;name&quot;:&quot;Centrifuge (full)&quot;,&quot;relativeTransform&quot;:{&quot;translate&quot;:{&quot;x&quot;:-96.36037479317903,&quot;y&quot;:79.67129076152821},&quot;rotate&quot;:0,&quot;skewX&quot;:0,&quot;scale&quot;:{&quot;x&quot;:0.19114962487290718,&quot;y&quot;:0.19114962487290718}},&quot;opacity&quot;:1,&quot;image&quot;:{&quot;url&quot;:&quot;https://icons.biorender.com/biorender/5d38624fef208400046a7956/20190724135232/image/centrifuge-full.png&quot;,&quot;fallbackUrl&quot;:&quot;https://res.cloudinary.com/dlcjuc3ej/image/upload/v1563976352/as6unpq4gu6ddghbhc6t.svg#/keystone/api/icons/5d38624fef208400046a7956/20190724135232/image/centrifuge-full.svg&quot;,&quot;size&quot;:{&quot;x&quot;:381,&quot;y&quot;:424},&quot;isPremium&quot;:false,&quot;isPacked&quot;:true},&quot;source&quot;:{&quot;id&quot;:&quot;5d38624fef208400046a7956&quot;,&quot;type&quot;:&quot;ASSETS&quot;},&quot;pathStyles&quot;:[{&quot;type&quot;:&quot;FILL&quot;,&quot;fillStyle&quot;:&quot;rgb(0,0,0)&quot;}],&quot;isLocked&quot;:false,&quot;parent&quot;:{&quot;type&quot;:&quot;CHILD&quot;,&quot;parentId&quot;:&quot;c145cedb-e15a-40cc-9b8b-3ea5e0359593&quot;,&quot;order&quot;:&quot;2&quot;}},&quot;684f2e6d-491a-48f5-8bd6-940dca704ea9&quot;:{&quot;type&quot;:&quot;FIGURE_OBJECT&quot;,&quot;id&quot;:&quot;684f2e6d-491a-48f5-8bd6-940dca704ea9&quot;,&quot;relativeTransform&quot;:{&quot;translate&quot;:{&quot;x&quot;:-130.04065921439633,&quot;y&quot;:66.55342253624111},&quot;rotate&quot;:0},&quot;opacity&quot;:1,&quot;path&quot;:{&quot;type&quot;:&quot;POLY_LINE&quot;,&quot;points&quot;:[{&quot;x&quot;:-13.751766342180526,&quot;y&quot;:-9.784910666551516},{&quot;x&quot;:3.1890622372256137,&quot;y&quot;:-4.481925306371137},{&quot;x&quot;:13.751766342180526,&quot;y&quot;:9.78491066655155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1.4565601415315526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145cedb-e15a-40cc-9b8b-3ea5e0359593&quot;,&quot;order&quot;:&quot;5&quot;}},&quot;f11b5deb-d39c-4f01-ba60-a855815175b1&quot;:{&quot;type&quot;:&quot;FIGURE_OBJECT&quot;,&quot;id&quot;:&quot;f11b5deb-d39c-4f01-ba60-a855815175b1&quot;,&quot;parent&quot;:{&quot;type&quot;:&quot;CHILD&quot;,&quot;parentId&quot;:&quot;c145cedb-e15a-40cc-9b8b-3ea5e0359593&quot;,&quot;order&quot;:&quot;7&quot;},&quot;relativeTransform&quot;:{&quot;translate&quot;:{&quot;x&quot;:-136.2620528441615,&quot;y&quot;:46.73925822312966},&quot;rotate&quot;:0}},&quot;1eb81376-68bd-4457-b629-236de9759113&quot;:{&quot;id&quot;:&quot;1eb81376-68bd-4457-b629-236de9759113&quot;,&quot;name&quot;:&quot;Falcon tube (50mL, 1/2 liquid)&quot;,&quot;type&quot;:&quot;FIGURE_OBJECT&quot;,&quot;relativeTransform&quot;:{&quot;translate&quot;:{&quot;x&quot;:-14.333679184038466,&quot;y&quot;:15.374932555789346},&quot;rotate&quot;:0,&quot;skewX&quot;:0,&quot;scale&quot;:{&quot;x&quot;:0.2057283610663563,&quot;y&quot;:0.20572836106635634}},&quot;image&quot;:{&quot;url&quot;:&quot;https://icons.biorender.com/biorender/606c7350c6644b0028d7d251/20210406144412/image/falcon-tube-50-ml-1-2-liquid.png&quot;,&quot;fallbackUrl&quot;:&quot;https://res.cloudinary.com/dlcjuc3ej/image/upload/v1617720252/kejk6pnwrn9mjvtua5ju.svg#/keystone/api/icons/606c7350c6644b0028d7d251/20210406144412/image/falcon-tube-50-ml-1-2-liquid.svg&quot;,&quot;isPremium&quot;:false,&quot;isPacked&quot;:true,&quot;size&quot;:{&quot;x&quot;:75,&quot;y&quot;:243.57142857142858}},&quot;source&quot;:{&quot;id&quot;:&quot;606c7350c6644b0028d7d251&quot;,&quot;type&quot;:&quot;ASSETS&quot;},&quot;parent&quot;:{&quot;type&quot;:&quot;CHILD&quot;,&quot;parentId&quot;:&quot;f11b5deb-d39c-4f01-ba60-a855815175b1&quot;,&quot;order&quot;:&quot;2&quot;}},&quot;e4b6195c-121b-49d6-a675-07f8bc407d03&quot;:{&quot;id&quot;:&quot;e4b6195c-121b-49d6-a675-07f8bc407d03&quot;,&quot;name&quot;:&quot;Screw cap 1&quot;,&quot;type&quot;:&quot;FIGURE_OBJECT&quot;,&quot;relativeTransform&quot;:{&quot;translate&quot;:{&quot;x&quot;:-14.333640026408885,&quot;y&quot;:-4.043195450349719},&quot;rotate&quot;:0,&quot;skewX&quot;:0,&quot;scale&quot;:{&quot;x&quot;:0.3322352593080647,&quot;y&quot;:0.33223525930806475}},&quot;image&quot;:{&quot;url&quot;:&quot;https://icons.biorender.com/biorender/5f0769b39d890700268f57af/20200709190333/image/screw-cap-1.png&quot;,&quot;fallbackUrl&quot;:&quot;https://res.cloudinary.com/dlcjuc3ej/image/upload/v1594321413/yim6f1jzzsm0kkdia3wg.svg#/keystone/api/icons/5f0769b39d890700268f57af/20200709190333/image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f11b5deb-d39c-4f01-ba60-a855815175b1&quot;,&quot;order&quot;:&quot;5&quot;},&quot;opacity&quot;:1},&quot;46bcc4da-211c-47f0-a102-cae1b34f4cdc&quot;:{&quot;id&quot;:&quot;46bcc4da-211c-47f0-a102-cae1b34f4cdc&quot;,&quot;type&quot;:&quot;FIGURE_OBJECT&quot;,&quot;relativeTransform&quot;:{&quot;translate&quot;:{&quot;x&quot;:11.359593085282206,&quot;y&quot;:-141.8987002586144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7.333333333333332,&quot;color&quot;:&quot;black&quot;,&quot;fontWeight&quot;:&quot;normal&quot;,&quot;fontStyle&quot;:&quot;normal&quot;,&quot;decoration&quot;:&quot;none&quot;},&quot;range&quot;:[0,14]}],&quot;text&quot;:&quot;size separation&quot;,&quot;base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0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cb1e878a-f3cc-4504-8349-a8bab276d969&quot;,&quot;order&quot;:&quot;999999995&quot;}},&quot;9f0ef003-dc11-49be-aacf-a97c6ceae73d&quot;:{&quot;type&quot;:&quot;FIGURE_OBJECT&quot;,&quot;id&quot;:&quot;9f0ef003-dc11-49be-aacf-a97c6ceae73d&quot;,&quot;parent&quot;:{&quot;type&quot;:&quot;CHILD&quot;,&quot;parentId&quot;:&quot;cb1e878a-f3cc-4504-8349-a8bab276d969&quot;,&quot;order&quot;:&quot;999999999&quot;},&quot;relativeTransform&quot;:{&quot;translate&quot;:{&quot;x&quot;:-166.02351423572694,&quot;y&quot;:-467.68723826779274},&quot;rotate&quot;:0}},&quot;df3a373b-a02b-44dd-a5d7-52b156fa6c86&quot;:{&quot;id&quot;:&quot;df3a373b-a02b-44dd-a5d7-52b156fa6c86&quot;,&quot;name&quot;:&quot;Daphnia magna&quot;,&quot;displayName&quot;:&quot;&quot;,&quot;type&quot;:&quot;FIGURE_OBJECT&quot;,&quot;relativeTransform&quot;:{&quot;translate&quot;:{&quot;x&quot;:293.18336206468996,&quot;y&quot;:276.53195872892917},&quot;rotate&quot;:0,&quot;skewX&quot;:0,&quot;scale&quot;:{&quot;x&quot;:0.30384837631105494,&quot;y&quot;:0.3038483763110549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9f0ef003-dc11-49be-aacf-a97c6ceae73d&quot;,&quot;order&quot;:&quot;2&quot;}},&quot;1abfac70-219a-42bc-a011-b9fea3c1f297&quot;:{&quot;id&quot;:&quot;1abfac70-219a-42bc-a011-b9fea3c1f297&quot;,&quot;name&quot;:&quot;Beaker (small, full)&quot;,&quot;displayName&quot;:&quot;Small beaker (full)&quot;,&quot;type&quot;:&quot;FIGURE_OBJECT&quot;,&quot;relativeTransform&quot;:{&quot;translate&quot;:{&quot;x&quot;:309.4984818731556,&quot;y&quot;:263.6788402616498},&quot;rotate&quot;:0,&quot;skewX&quot;:0,&quot;scale&quot;:{&quot;x&quot;:1.1759758638980844,&quot;y&quot;:1.1759758638980844}},&quot;image&quot;:{&quot;url&quot;:&quot;https://icons.cdn.biorender.com/biorender/5f232cd924a05b0028e8a35a/20220614182522/image/5f232cd924a05b0028e8a35a.png&quot;,&quot;isPremium&quot;:false,&quot;isOrgIcon&quot;:false,&quot;size&quot;:{&quot;x&quot;:100,&quot;y&quot;:130.67484662576686}},&quot;source&quot;:{&quot;id&quot;:&quot;5f232cd924a05b0028e8a35a&quot;,&quot;version&quot;:&quot;20220614182522&quot;,&quot;type&quot;:&quot;ASSETS&quot;},&quot;isPremium&quot;:false,&quot;parent&quot;:{&quot;type&quot;:&quot;CHILD&quot;,&quot;parentId&quot;:&quot;9f0ef003-dc11-49be-aacf-a97c6ceae73d&quot;,&quot;order&quot;:&quot;1&quot;}},&quot;20ef6ca5-491e-4151-a620-cd51bb44c633&quot;:{&quot;id&quot;:&quot;20ef6ca5-491e-4151-a620-cd51bb44c633&quot;,&quot;name&quot;:&quot;Daphnia magna&quot;,&quot;displayName&quot;:&quot;&quot;,&quot;type&quot;:&quot;FIGURE_OBJECT&quot;,&quot;relativeTransform&quot;:{&quot;translate&quot;:{&quot;x&quot;:328.9520995688005,&quot;y&quot;:293.370539820149},&quot;rotate&quot;:0,&quot;skewX&quot;:0,&quot;scale&quot;:{&quot;x&quot;:0.30384837631105494,&quot;y&quot;:0.3038483763110549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9f0ef003-dc11-49be-aacf-a97c6ceae73d&quot;,&quot;order&quot;:&quot;5&quot;}},&quot;fae5cfce-fe16-4599-8df8-e6c019c59b02&quot;:{&quot;id&quot;:&quot;fae5cfce-fe16-4599-8df8-e6c019c59b02&quot;,&quot;name&quot;:&quot;Daphnia magna&quot;,&quot;displayName&quot;:&quot;&quot;,&quot;type&quot;:&quot;FIGURE_OBJECT&quot;,&quot;relativeTransform&quot;:{&quot;translate&quot;:{&quot;x&quot;:293.1840012018839,&quot;y&quot;:308.82398751530366},&quot;rotate&quot;:0,&quot;skewX&quot;:0,&quot;scale&quot;:{&quot;x&quot;:0.30384837631105494,&quot;y&quot;:0.3038483763110549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9f0ef003-dc11-49be-aacf-a97c6ceae73d&quot;,&quot;order&quot;:&quot;7&quot;}},&quot;4b64eab6-ca44-4ef9-97bb-50c19ea6aa10&quot;:{&quot;id&quot;:&quot;4b64eab6-ca44-4ef9-97bb-50c19ea6aa10&quot;,&quot;type&quot;:&quot;FIGURE_OBJECT&quot;,&quot;relativeTransform&quot;:{&quot;translate&quot;:{&quot;x&quot;:287.8253055479553,&quot;y&quot;:-141.8978685376892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7.333333333333332,&quot;color&quot;:&quot;black&quot;,&quot;fontWeight&quot;:&quot;normal&quot;,&quot;fontStyle&quot;:&quot;normal&quot;,&quot;decoration&quot;:&quot;none&quot;},&quot;range&quot;:[0,7]}],&quot;text&quot;:&quot;cyrotome&quot;},{&quot;runs&quot;:[{&quot;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,&quot;range&quot;:[0,7]},{&quot;style&quot;:{&quot;fontFamily&quot;:&quot;Arial&quot;,&quot;fontSize&quot;:17.333333333333332,&quot;color&quot;:&quot;black&quot;,&quot;fontWeight&quot;:&quot;normal&quot;,&quot;fontStyle&quot;:&quot;italic&quot;,&quot;decoration&quot;:&quot;none&quot;,&quot;script&quot;:&quot;none&quot;},&quot;range&quot;:[8,15]}],&quot;text&quot;:&quot;exposed D. magna&quot;}],&quot;_lastCaretLocation&quot;:{&quot;lineIndex&quot;:1,&quot;runIndex&quot;:-1,&quot;charIndex&quot;:-1,&quot;endOfLine&quot;:true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cb1e878a-f3cc-4504-8349-a8bab276d969&quot;,&quot;order&quot;:&quot;9999999992&quot;}},&quot;b65775be-b53a-4998-8471-eb65e8f39243&quot;:{&quot;type&quot;:&quot;FIGURE_OBJECT&quot;,&quot;id&quot;:&quot;b65775be-b53a-4998-8471-eb65e8f39243&quot;,&quot;relativeTransform&quot;:{&quot;translate&quot;:{&quot;x&quot;:40.51081086872122,&quot;y&quot;:231.55571797845775},&quot;rotate&quot;:-2.4492935982947064e-16,&quot;skewX&quot;:0,&quot;scale&quot;:{&quot;x&quot;:1,&quot;y&quot;:1}},&quot;opacity&quot;:1,&quot;path&quot;:{&quot;type&quot;:&quot;POLY_LINE&quot;,&quot;points&quot;:[{&quot;x&quot;:73.80960730551733,&quot;y&quot;:0},{&quot;x&quot;:-73.8096073055173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b1e878a-f3cc-4504-8349-a8bab276d969&quot;,&quot;order&quot;:&quot;9999999995&quot;},&quot;connectorInfo&quot;:{&quot;type&quot;:&quot;LINE&quot;,&quot;offset&quot;:{&quot;x&quot;:0,&quot;y&quot;:0},&quot;bending&quot;:0.1,&quot;customized&quot;:false}},&quot;579b8815-bc1e-4747-90aa-2826503b091d&quot;:{&quot;id&quot;:&quot;579b8815-bc1e-4747-90aa-2826503b091d&quot;,&quot;name&quot;:&quot;Cryostat&quot;,&quot;displayName&quot;:&quot;&quot;,&quot;type&quot;:&quot;FIGURE_OBJECT&quot;,&quot;relativeTransform&quot;:{&quot;translate&quot;:{&quot;x&quot;:282.1603569978008,&quot;y&quot;:-247.8976555792688},&quot;rotate&quot;:0,&quot;skewX&quot;:0,&quot;scale&quot;:{&quot;x&quot;:0.2636376550966404,&quot;y&quot;:0.2636376550966404}},&quot;image&quot;:{&quot;url&quot;:&quot;https://icons.cdn.biorender.com/biorender/5e1e1337a5377000288809a5/20200114192834/image/5e1e1337a5377000288809a5.png&quot;,&quot;isPremium&quot;:false,&quot;isOrgIcon&quot;:false,&quot;size&quot;:{&quot;x&quot;:250,&quot;y&quot;:316.29392971246006}},&quot;source&quot;:{&quot;id&quot;:&quot;5e1e1337a5377000288809a5&quot;,&quot;version&quot;:&quot;20200114192834&quot;,&quot;type&quot;:&quot;ASSETS&quot;},&quot;isPremium&quot;:false,&quot;parent&quot;:{&quot;type&quot;:&quot;CHILD&quot;,&quot;parentId&quot;:&quot;cb1e878a-f3cc-4504-8349-a8bab276d969&quot;,&quot;order&quot;:&quot;9999999997&quot;}},&quot;436bd482-7b62-4808-951b-9d7058d4a277&quot;:{&quot;id&quot;:&quot;436bd482-7b62-4808-951b-9d7058d4a277&quot;,&quot;name&quot;:&quot;Mass Spectrometry (timsTOF SCP)&quot;,&quot;displayName&quot;:&quot;&quot;,&quot;type&quot;:&quot;FIGURE_OBJECT&quot;,&quot;relativeTransform&quot;:{&quot;translate&quot;:{&quot;x&quot;:415.4415658008617,&quot;y&quot;:-263.48361069717447},&quot;rotate&quot;:0,&quot;skewX&quot;:0,&quot;scale&quot;:{&quot;x&quot;:0.1796079594844102,&quot;y&quot;:0.1796079594844102}},&quot;image&quot;:{&quot;url&quot;:&quot;https://icons.cdn.biorender.com/biorender/655b75bc1fe354744149862d/20231120150622/image/655b75bc1fe354744149862d.png&quot;,&quot;isPremium&quot;:false,&quot;isOrgIcon&quot;:false,&quot;size&quot;:{&quot;x&quot;:200,&quot;y&quot;:313.13131313131316}},&quot;source&quot;:{&quot;id&quot;:&quot;655b75bc1fe354744149862d&quot;,&quot;version&quot;:&quot;20231120150622&quot;,&quot;type&quot;:&quot;ASSETS&quot;},&quot;isPremium&quot;:false,&quot;parent&quot;:{&quot;type&quot;:&quot;CHILD&quot;,&quot;parentId&quot;:&quot;cb1e878a-f3cc-4504-8349-a8bab276d969&quot;,&quot;order&quot;:&quot;99999999995&quot;}},&quot;db7771de-1536-4f3a-8ee6-1272ec545d8e&quot;:{&quot;type&quot;:&quot;FIGURE_OBJECT&quot;,&quot;id&quot;:&quot;db7771de-1536-4f3a-8ee6-1272ec545d8e&quot;,&quot;parent&quot;:{&quot;type&quot;:&quot;CHILD&quot;,&quot;parentId&quot;:&quot;cb1e878a-f3cc-4504-8349-a8bab276d969&quot;,&quot;order&quot;:&quot;99999999997&quot;},&quot;relativeTransform&quot;:{&quot;translate&quot;:{&quot;x&quot;:612.06191899795,&quot;y&quot;:-317.77707480190946},&quot;rotate&quot;:0,&quot;skewX&quot;:0,&quot;scale&quot;:{&quot;x&quot;:1,&quot;y&quot;:1}}},&quot;24171006-3b7e-475c-8e27-5b056a62b4cc&quot;:{&quot;type&quot;:&quot;FIGURE_OBJECT&quot;,&quot;id&quot;:&quot;24171006-3b7e-475c-8e27-5b056a62b4cc&quot;,&quot;parent&quot;:{&quot;type&quot;:&quot;CHILD&quot;,&quot;parentId&quot;:&quot;db7771de-1536-4f3a-8ee6-1272ec545d8e&quot;,&quot;order&quot;:&quot;2&quot;},&quot;relativeTransform&quot;:{&quot;translate&quot;:{&quot;x&quot;:-138.58033368148952,&quot;y&quot;:118.0057034341055},&quot;rotate&quot;:0}},&quot;14121ddc-5ee6-4f58-90ef-5e31a820b801&quot;:{&quot;type&quot;:&quot;FIGURE_OBJECT&quot;,&quot;id&quot;:&quot;14121ddc-5ee6-4f58-90ef-5e31a820b801&quot;,&quot;parent&quot;:{&quot;type&quot;:&quot;CHILD&quot;,&quot;parentId&quot;:&quot;24171006-3b7e-475c-8e27-5b056a62b4cc&quot;,&quot;order&quot;:&quot;05&quot;},&quot;relativeTransform&quot;:{&quot;translate&quot;:{&quot;x&quot;:-4.577617498609362,&quot;y&quot;:-5.3888592888497096},&quot;rotate&quot;:0}},&quot;3c9a6359-726c-408c-b04c-b0301c7bf5d8&quot;:{&quot;id&quot;:&quot;3c9a6359-726c-408c-b04c-b0301c7bf5d8&quot;,&quot;name&quot;:&quot;Light-sheet fluorescence microscope (UltraMicroscope II)&quot;,&quot;displayName&quot;:&quot;&quot;,&quot;type&quot;:&quot;FIGURE_OBJECT&quot;,&quot;relativeTransform&quot;:{&quot;translate&quot;:{&quot;x&quot;:34.080893880833294,&quot;y&quot;:-50.95224715545658},&quot;rotate&quot;:0,&quot;skewX&quot;:0,&quot;scale&quot;:{&quot;x&quot;:0.14564484564458674,&quot;y&quot;:0.1456448456445867}},&quot;image&quot;:{&quot;url&quot;:&quot;https://icons.cdn.biorender.com/biorender/5ca7be86117774330009997b/20190405204650/image/5ca7be86117774330009997b.png&quot;,&quot;isPremium&quot;:true,&quot;isOrgIcon&quot;:false,&quot;size&quot;:{&quot;x&quot;:200,&quot;y&quot;:295.76271186440675}},&quot;source&quot;:{&quot;id&quot;:&quot;5ca7be86117774330009997b&quot;,&quot;version&quot;:&quot;20190405204650&quot;,&quot;type&quot;:&quot;ASSETS&quot;},&quot;isPremium&quot;:true,&quot;parent&quot;:{&quot;type&quot;:&quot;CHILD&quot;,&quot;parentId&quot;:&quot;14121ddc-5ee6-4f58-90ef-5e31a820b801&quot;,&quot;order&quot;:&quot;5&quot;}},&quot;1072a53e-c3e1-464d-aa0c-42c8e08d5aa6&quot;:{&quot;type&quot;:&quot;FIGURE_OBJECT&quot;,&quot;id&quot;:&quot;1072a53e-c3e1-464d-aa0c-42c8e08d5aa6&quot;,&quot;parent&quot;:{&quot;type&quot;:&quot;CROP&quot;,&quot;parentId&quot;:&quot;14121ddc-5ee6-4f58-90ef-5e31a820b801&quot;,&quot;order&quot;:&quot;5&quot;},&quot;relativeTransform&quot;:{&quot;translate&quot;:{&quot;x&quot;:29.729754117201267,&quot;y&quot;:-66.39060079378278},&quot;rotate&quot;:0,&quot;skewX&quot;:0,&quot;scale&quot;:{&quot;x&quot;:4.205494917987443,&quot;y&quot;:6.099803620131756}},&quot;path&quot;:{&quot;type&quot;:&quot;RECT&quot;,&quot;size&quot;:{&quot;x&quot;:2,&quot;y&quot;:2}},&quot;pathStyles&quot;:[{&quot;type&quot;:&quot;FILL&quot;,&quot;fillStyle&quot;:&quot;#fff&quot;}],&quot;isFrozen&quot;:true},&quot;9577ad79-49b9-4425-8995-cbf58b1a9b9d&quot;:{&quot;type&quot;:&quot;FIGURE_OBJECT&quot;,&quot;id&quot;:&quot;9577ad79-49b9-4425-8995-cbf58b1a9b9d&quot;,&quot;relativeTransform&quot;:{&quot;translate&quot;:{&quot;x&quot;:36.411211411146695,&quot;y&quot;:-51.77062554313351},&quot;rotate&quot;:0},&quot;opacity&quot;:1,&quot;path&quot;:{&quot;type&quot;:&quot;RECT&quot;,&quot;size&quot;:{&quot;x&quot;:42.52829492821933,&quot;y&quot;:27.526875826826892},&quot;cornerRounding&quot;:{&quot;type&quot;:&quot;ARC_LENGTH&quot;,&quot;global&quot;:2.287783885551265}},&quot;pathStyles&quot;:[{&quot;type&quot;:&quot;FILL&quot;,&quot;fillStyle&quot;:&quot;rgba(187,187,188,1)&quot;},{&quot;type&quot;:&quot;STROKE&quot;,&quot;strokeStyle&quot;:&quot;rgba(23,23,23,1)&quot;,&quot;lineWidth&quot;:0.2912896912891735,&quot;lineJoin&quot;:&quot;round&quot;}],&quot;isLocked&quot;:false,&quot;parent&quot;:{&quot;type&quot;:&quot;CHILD&quot;,&quot;parentId&quot;:&quot;24171006-3b7e-475c-8e27-5b056a62b4cc&quot;,&quot;order&quot;:&quot;1&quot;}},&quot;faa9522d-f860-4fe9-862a-7a7466ddc724&quot;:{&quot;type&quot;:&quot;FIGURE_OBJECT&quot;,&quot;id&quot;:&quot;faa9522d-f860-4fe9-862a-7a7466ddc724&quot;,&quot;relativeTransform&quot;:{&quot;translate&quot;:{&quot;x&quot;:26.711483158485674,&quot;y&quot;:-52.49892259377927},&quot;rotate&quot;:0},&quot;opacity&quot;:1,&quot;path&quot;:{&quot;type&quot;:&quot;RECT&quot;,&quot;size&quot;:{&quot;x&quot;:13.555020139296039,&quot;y&quot;:13.69513048080613},&quot;cornerRounding&quot;:{&quot;type&quot;:&quot;ARC_LENGTH&quot;,&quot;global&quot;:2.287783885551265}},&quot;pathStyles&quot;:[{&quot;type&quot;:&quot;FILL&quot;,&quot;fillStyle&quot;:&quot;rgba(234,234,234,1)&quot;},{&quot;type&quot;:&quot;STROKE&quot;,&quot;strokeStyle&quot;:&quot;rgba(23,23,23,1)&quot;,&quot;lineWidth&quot;:0.2912896912891735,&quot;lineJoin&quot;:&quot;round&quot;}],&quot;isLocked&quot;:false,&quot;parent&quot;:{&quot;type&quot;:&quot;CHILD&quot;,&quot;parentId&quot;:&quot;24171006-3b7e-475c-8e27-5b056a62b4cc&quot;,&quot;order&quot;:&quot;2&quot;}},&quot;bf6b9719-464f-4c70-be24-32c79f7d2a4f&quot;:{&quot;type&quot;:&quot;FIGURE_OBJECT&quot;,&quot;id&quot;:&quot;bf6b9719-464f-4c70-be24-32c79f7d2a4f&quot;,&quot;relativeTransform&quot;:{&quot;translate&quot;:{&quot;x&quot;:26.711410336062855,&quot;y&quot;:-57.00284380049248},&quot;rotate&quot;:0},&quot;opacity&quot;:1,&quot;path&quot;:{&quot;type&quot;:&quot;RECT&quot;,&quot;size&quot;:{&quot;x&quot;:6.080672305661489,&quot;y&quot;:0.8967353146337101},&quot;cornerRounding&quot;:{&quot;type&quot;:&quot;ARC_LENGTH&quot;,&quot;global&quot;:2.287783885551265}},&quot;pathStyles&quot;:[{&quot;type&quot;:&quot;FILL&quot;,&quot;fillStyle&quot;:&quot;rgba(234,234,234,1)&quot;},{&quot;type&quot;:&quot;STROKE&quot;,&quot;strokeStyle&quot;:&quot;rgba(23,23,23,1)&quot;,&quot;lineWidth&quot;:0.2912896912891735,&quot;lineJoin&quot;:&quot;round&quot;}],&quot;isLocked&quot;:false,&quot;parent&quot;:{&quot;type&quot;:&quot;CHILD&quot;,&quot;parentId&quot;:&quot;24171006-3b7e-475c-8e27-5b056a62b4cc&quot;,&quot;order&quot;:&quot;3&quot;}},&quot;da5c7eca-0c45-45bf-bd83-047ac5229296&quot;:{&quot;type&quot;:&quot;FIGURE_OBJECT&quot;,&quot;id&quot;:&quot;da5c7eca-0c45-45bf-bd83-047ac5229296&quot;,&quot;relativeTransform&quot;:{&quot;translate&quot;:{&quot;x&quot;:36.411211411146695,&quot;y&quot;:-40.66520606273377},&quot;rotate&quot;:0},&quot;opacity&quot;:1,&quot;path&quot;:{&quot;type&quot;:&quot;RECT&quot;,&quot;size&quot;:{&quot;x&quot;:42.52829492821933,&quot;y&quot;:5.31603686602742},&quot;cornerRounding&quot;:{&quot;type&quot;:&quot;ARC_LENGTH&quot;,&quot;global&quot;:2.287783885551265}},&quot;pathStyles&quot;:[{&quot;type&quot;:&quot;FILL&quot;,&quot;fillStyle&quot;:&quot;rgba(70,69,70,1)&quot;},{&quot;type&quot;:&quot;STROKE&quot;,&quot;strokeStyle&quot;:&quot;rgba(70,69,70,1)&quot;,&quot;lineWidth&quot;:0.2912896912891735,&quot;lineJoin&quot;:&quot;round&quot;}],&quot;isLocked&quot;:false,&quot;parent&quot;:{&quot;type&quot;:&quot;CHILD&quot;,&quot;parentId&quot;:&quot;24171006-3b7e-475c-8e27-5b056a62b4cc&quot;,&quot;order&quot;:&quot;5&quot;}},&quot;b780ef17-1f72-4ab8-b43e-4d8fe75a3b06&quot;:{&quot;type&quot;:&quot;FIGURE_OBJECT&quot;,&quot;id&quot;:&quot;b780ef17-1f72-4ab8-b43e-4d8fe75a3b06&quot;,&quot;relativeTransform&quot;:{&quot;translate&quot;:{&quot;x&quot;:36.4279707755275,&quot;y&quot;:-43.60878865762671},&quot;rotate&quot;:0},&quot;opacity&quot;:1,&quot;path&quot;:{&quot;type&quot;:&quot;RECT&quot;,&quot;size&quot;:{&quot;x&quot;:42.203486508168496,&quot;y&quot;:3.502558008920634},&quot;cornerRounding&quot;:{&quot;type&quot;:&quot;ARC_LENGTH&quot;,&quot;global&quot;:0},&quot;selectedObjectIds&quot;:[&quot;0a1a5649-3517-4ba3-98e6-20f620b9a7cc&quot;]},&quot;pathStyles&quot;:[{&quot;type&quot;:&quot;FILL&quot;,&quot;fillStyle&quot;:&quot;rgba(187,187,188,1)&quot;},{&quot;type&quot;:&quot;STROKE&quot;,&quot;strokeStyle&quot;:&quot;rgba(0,0,0,0)&quot;,&quot;lineWidth&quot;:0.2912896912891735,&quot;lineJoin&quot;:&quot;round&quot;}],&quot;isLocked&quot;:false,&quot;parent&quot;:{&quot;type&quot;:&quot;CHILD&quot;,&quot;parentId&quot;:&quot;24171006-3b7e-475c-8e27-5b056a62b4cc&quot;,&quot;order&quot;:&quot;6&quot;}},&quot;50086c4a-7c3b-419e-a485-c489695d1c4c&quot;:{&quot;type&quot;:&quot;FIGURE_OBJECT&quot;,&quot;id&quot;:&quot;50086c4a-7c3b-419e-a485-c489695d1c4c&quot;,&quot;relativeTransform&quot;:{&quot;translate&quot;:{&quot;x&quot;:19.806453189558837,&quot;y&quot;:-37.60282546974557},&quot;rotate&quot;:0},&quot;opacity&quot;:1,&quot;path&quot;:{&quot;type&quot;:&quot;RECT&quot;,&quot;size&quot;:{&quot;x&quot;:4.897476956730372,&quot;y&quot;:1.3993805583904968},&quot;cornerRounding&quot;:{&quot;type&quot;:&quot;ARC_LENGTH&quot;,&quot;global&quot;:2.287783885551265}},&quot;pathStyles&quot;:[{&quot;type&quot;:&quot;FILL&quot;,&quot;fillStyle&quot;:&quot;rgba(70,69,70,1)&quot;},{&quot;type&quot;:&quot;STROKE&quot;,&quot;strokeStyle&quot;:&quot;rgba(70,69,70,1)&quot;,&quot;lineWidth&quot;:0.2912896912891735,&quot;lineJoin&quot;:&quot;round&quot;}],&quot;isLocked&quot;:false,&quot;parent&quot;:{&quot;type&quot;:&quot;CHILD&quot;,&quot;parentId&quot;:&quot;24171006-3b7e-475c-8e27-5b056a62b4cc&quot;,&quot;order&quot;:&quot;7&quot;}},&quot;e215978f-a55e-4ffb-8aa7-a0748b84285f&quot;:{&quot;type&quot;:&quot;FIGURE_OBJECT&quot;,&quot;id&quot;:&quot;e215978f-a55e-4ffb-8aa7-a0748b84285f&quot;,&quot;relativeTransform&quot;:{&quot;translate&quot;:{&quot;x&quot;:53.73550100577304,&quot;y&quot;:-37.60280535768403},&quot;rotate&quot;:0},&quot;opacity&quot;:1,&quot;path&quot;:{&quot;type&quot;:&quot;RECT&quot;,&quot;size&quot;:{&quot;x&quot;:4.897476956730372,&quot;y&quot;:1.3993805583904968},&quot;cornerRounding&quot;:{&quot;type&quot;:&quot;ARC_LENGTH&quot;,&quot;global&quot;:2.287783885551265}},&quot;pathStyles&quot;:[{&quot;type&quot;:&quot;FILL&quot;,&quot;fillStyle&quot;:&quot;rgba(70,69,70,1)&quot;},{&quot;type&quot;:&quot;STROKE&quot;,&quot;strokeStyle&quot;:&quot;rgba(70,69,70,1)&quot;,&quot;lineWidth&quot;:0.2912896912891735,&quot;lineJoin&quot;:&quot;round&quot;}],&quot;isLocked&quot;:false,&quot;parent&quot;:{&quot;type&quot;:&quot;CHILD&quot;,&quot;parentId&quot;:&quot;24171006-3b7e-475c-8e27-5b056a62b4cc&quot;,&quot;order&quot;:&quot;8&quot;}},&quot;30d3ea3a-898f-4436-a74a-531a53f47294&quot;:{&quot;type&quot;:&quot;FIGURE_OBJECT&quot;,&quot;id&quot;:&quot;30d3ea3a-898f-4436-a74a-531a53f47294&quot;,&quot;parent&quot;:{&quot;type&quot;:&quot;CHILD&quot;,&quot;parentId&quot;:&quot;db7771de-1536-4f3a-8ee6-1272ec545d8e&quot;,&quot;order&quot;:&quot;5&quot;},&quot;relativeTransform&quot;:{&quot;translate&quot;:{&quot;x&quot;:-119.06744163800803,&quot;y&quot;:84.62623956020154},&quot;rotate&quot;:0}},&quot;7b4b0cb5-d2e4-4273-a5a2-f7cbe5ec8567&quot;:{&quot;relativeTransform&quot;:{&quot;translate&quot;:{&quot;x&quot;:25.3213016458427,&quot;y&quot;:-45.51676858335217},&quot;rotate&quot;:0},&quot;type&quot;:&quot;FIGURE_OBJECT&quot;,&quot;id&quot;:&quot;7b4b0cb5-d2e4-4273-a5a2-f7cbe5ec8567&quot;,&quot;name&quot;:&quot;FTIR spectrograph&quot;,&quot;displayName&quot;:&quot;FTIR spectograph&quot;,&quot;opacity&quot;:1,&quot;source&quot;:{&quot;id&quot;:&quot;5e66897511258f0098d90875&quot;,&quot;type&quot;:&quot;ASSETS&quot;},&quot;pathStyles&quot;:[{&quot;type&quot;:&quot;FILL&quot;,&quot;fillStyle&quot;:&quot;rgb(0,0,0)&quot;}],&quot;isLocked&quot;:false,&quot;parent&quot;:{&quot;type&quot;:&quot;CHILD&quot;,&quot;parentId&quot;:&quot;30d3ea3a-898f-4436-a74a-531a53f47294&quot;,&quot;order&quot;:&quot;5&quot;},&quot;isPremium&quot;:true},&quot;1cf8832e-a659-460d-b13b-d596dbd908c0&quot;:{&quot;type&quot;:&quot;FIGURE_OBJECT&quot;,&quot;id&quot;:&quot;1cf8832e-a659-460d-b13b-d596dbd908c0&quot;,&quot;relativeTransform&quot;:{&quot;translate&quot;:{&quot;x&quot;:0.7390669110496725,&quot;y&quot;:-0.7602324440431811},&quot;rotate&quot;:3.141592653589793},&quot;opacity&quot;:1,&quot;path&quot;:{&quot;type&quot;:&quot;POLY_LINE&quot;,&quot;points&quot;:[{&quot;x&quot;:7.559211402439668,&quot;y&quot;:5.079275648618649},{&quot;x&quot;:7.559211402439668,&quot;y&quot;:-5.079275648618649},{&quot;x&quot;:-7.559211402439668,&quot;y&quot;:-5.079275648618649}],&quot;closed&quot;:false},&quot;pathStyles&quot;:[{&quot;type&quot;:&quot;FILL&quot;,&quot;fillStyle&quot;:&quot;rgba(0,0,0,0)&quot;},{&quot;type&quot;:&quot;STROKE&quot;,&quot;strokeStyle&quot;:&quot;#232323&quot;,&quot;lineWidth&quot;:0.08504035101936397,&quot;lineJoin&quot;:&quot;round&quot;}],&quot;isLocked&quot;:false,&quot;parent&quot;:{&quot;type&quot;:&quot;CHILD&quot;,&quot;parentId&quot;:&quot;7b4b0cb5-d2e4-4273-a5a2-f7cbe5ec8567&quot;,&quot;order&quot;:&quot;05&quot;}},&quot;594a9a46-2c18-4cfa-843f-71d5d0808051&quot;:{&quot;type&quot;:&quot;FIGURE_OBJECT&quot;,&quot;id&quot;:&quot;594a9a46-2c18-4cfa-843f-71d5d0808051&quot;,&quot;relativeTransform&quot;:{&quot;translate&quot;:{&quot;x&quot;:0.7614826511935859,&quot;y&quot;:-0.8579924809179325},&quot;rotate&quot;:3.141592653589793},&quot;opacity&quot;:1,&quot;path&quot;:{&quot;type&quot;:&quot;POLY_LINE&quot;,&quot;points&quot;:[{&quot;x&quot;:-7.541684470400362,&quot;y&quot;:-4.334586438761274},{&quot;x&quot;:-7.48330665156804,&quot;y&quot;:-4.101075163431996},{&quot;x&quot;:-7.402480196963579,&quot;y&quot;:-3.9945397969796286},{&quot;x&quot;:-7.16222864799028,&quot;y&quot;:-2.057851504300788},{&quot;x&quot;:-7.013681741639485,&quot;y&quot;:-3.044549545895737},{&quot;x&quot;:-6.831528006991529,&quot;y&quot;:-2.849973920721768},{&quot;x&quot;:-6.713186036509517,&quot;y&quot;:-2.836885585791411},{&quot;x&quot;:-6.609828271026739,&quot;y&quot;:-2.436816184367686},{&quot;x&quot;:-6.54926155025092,&quot;y&quot;:-2.5832518737916694},{&quot;x&quot;:-6.490883731418599,&quot;y&quot;:-2.4373073267108696},{&quot;x&quot;:-6.403317003170118,&quot;y&quot;:-2.500061038411033},{&quot;x&quot;:-6.209514998674614,&quot;y&quot;:-2.3348067123955984},{&quot;x&quot;:-6.160505539600508,&quot;y&quot;:-2.5017739728073063},{&quot;x&quot;:-6.08125891218677,&quot;y&quot;:-2.3443603594583804},{&quot;x&quot;:-6.01747746361674,&quot;y&quot;:-2.4313439721284156},{&quot;x&quot;:-5.965483361927718,&quot;y&quot;:-2.3497405984623887},{&quot;x&quot;:-5.877916633679238,&quot;y&quot;:-2.4373073267108696},{&quot;x&quot;:-5.819538814846916,&quot;y&quot;:-2.3205516890462294},{&quot;x&quot;:-5.7611609960145955,&quot;y&quot;:-2.4373073267108696},{&quot;x&quot;:-5.702783177182274,&quot;y&quot;:-2.2913627796300693},{&quot;x&quot;:-5.615216448933796,&quot;y&quot;:-2.5832518737916694},{&quot;x&quot;:-5.527649720685314,&quot;y&quot;:-2.3497405984623887},{&quot;x&quot;:-5.410894083020675,&quot;y&quot;:-2.4081184172947094},{&quot;x&quot;:-5.323327354772195,&quot;y&quot;:-2.1162293231331084},{&quot;x&quot;:-5.206571717107555,&quot;y&quot;:-2.057851504300788},{&quot;x&quot;:-5.121357270148476,&quot;y&quot;:-2.123900047143059},{&quot;x&quot;:-5.060627170026755,&quot;y&quot;:-1.897838296764516},{&quot;x&quot;:-4.9146826229459535,&quot;y&quot;:-1.9119069572199883},{&quot;x&quot;:-4.768738075865153,&quot;y&quot;:-1.4740733159775865},{&quot;x&quot;:-4.678050535444185,&quot;y&quot;:-0.9516333998299704},{&quot;x&quot;:-4.546220342948733,&quot;y&quot;:-1.6504561800163673},{&quot;x&quot;:-4.360093344038911,&quot;y&quot;:-1.7951513195553472},{&quot;x&quot;:-4.301715525206593,&quot;y&quot;:-1.5616400442260667},{&quot;x&quot;:-4.184959887541951,&quot;y&quot;:-1.4740733159775865},{&quot;x&quot;:-4.126172088576915,&quot;y&quot;:-1.2683450914360108},{&quot;x&quot;:-4.048404620863194,&quot;y&quot;:-1.516805395212572},{&quot;x&quot;:-3.9514486122126704,&quot;y&quot;:-1.5616400442260667},{&quot;x&quot;:-3.8346929745480303,&quot;y&quot;:-1.7951513195553472},{&quot;x&quot;:-3.7763151557157104,&quot;y&quot;:-1.6783956818907078},{&quot;x&quot;:-3.71793733688339,&quot;y&quot;:-1.853529138387668},{&quot;x&quot;:-3.6303706086349106,&quot;y&quot;:-1.6492067724745467},{&quot;x&quot;:-3.5136149709702704,&quot;y&quot;:-2.057851504300788},{&quot;x&quot;:-3.455237152137949,&quot;y&quot;:-1.9190847215785791},{&quot;x&quot;:-3.396859333305629,&quot;y&quot;:-1.9190847215785791},{&quot;x&quot;:-3.344904111157297,&quot;y&quot;:-1.7367735007230272},{&quot;x&quot;:-3.2801036956409897,&quot;y&quot;:-1.853529138387668},{&quot;x&quot;:-3.0585619273710174,&quot;y&quot;:-0.39091693671187755},{&quot;x&quot;:-3.019312280533336,&quot;y&quot;:-0.4388588519453378},{&quot;x&quot;:-2.9213684988348536,&quot;y&quot;:0.007521783837606217},{&quot;x&quot;:-2.884336000615814,&quot;y&quot;:0.457848105787717},{&quot;x&quot;:-2.8166978151917528,&quot;y&quot;:0.3703981788955089},{&quot;x&quot;:-2.696325507317788,&quot;y&quot;:-0.3357058487473435},{&quot;x&quot;:-2.4044364131561866,&quot;y&quot;:3.779930378931225},{&quot;x&quot;:-2.1746531649042162,&quot;y&quot;:2.660056177050549},{&quot;x&quot;:-1.9374138624976251,&quot;y&quot;:-2.232984960797749},{&quot;x&quot;:-1.7039985030146296,&quot;y&quot;:-2.591103368424506},{&quot;x&quot;:-1.652436464578566,&quot;y&quot;:-2.328016265404738},{&quot;x&quot;:-1.5358950769170978,&quot;y&quot;:-2.890390456516665},{&quot;x&quot;:-1.3886390463418017,&quot;y&quot;:-2.285123518399652},{&quot;x&quot;:-1.2736469712917458,&quot;y&quot;:-2.928968636363089},{&quot;x&quot;:-1.1785022176774633,&quot;y&quot;:-3.1962189715310307},{&quot;x&quot;:-1.120124398845143,&quot;y&quot;:-2.4956851455431894},{&quot;x&quot;:-1.061746580012823,&quot;y&quot;:-2.72919642087247},{&quot;x&quot;:-0.974179851764343,&quot;y&quot;:-2.67081860204015},{&quot;x&quot;:-0.8866131235158626,&quot;y&quot;:-3.458919156276471},{&quot;x&quot;:-0.693526080161815,&quot;y&quot;:-3.3925207673138758},{&quot;x&quot;:-0.5954406732157814,&quot;y&quot;:-3.574918198264328},{&quot;x&quot;:-0.5491712245070807,&quot;y&quot;:-3.8190083697104815},{&quot;x&quot;:-0.5003471077864039,&quot;y&quot;:-3.645059653534279},{&quot;x&quot;:-0.44877948227346126,&quot;y&quot;:-3.7799971598542332},{&quot;x&quot;:-0.361212754024981,&quot;y&quot;:-3.6632415221895926},{&quot;x&quot;:-0.3028349351926609,&quot;y&quot;:-3.8091860692703934},{&quot;x&quot;:-0.24445711636034073,&quot;y&quot;:-3.6632415221895926},{&quot;x&quot;:-0.18607929752802058,&quot;y&quot;:-3.8091860692703934},{&quot;x&quot;:-0.09851256927954027,&quot;y&quot;:-3.7216193410219125},{&quot;x&quot;:0.01824306838510005,&quot;y&quot;:-3.9259417069350335},{&quot;x&quot;:0.11423074845217909,&quot;y&quot;:-3.7543204904720273},{&quot;x&quot;:0.19337652488206053,&quot;y&quot;:-3.8967527975188743},{&quot;x&quot;:0.28094325313054075,&quot;y&quot;:-3.8383749786865535},{&quot;x&quot;:0.3393210719628609,&quot;y&quot;:-3.6632415221895926},{&quot;x&quot;:0.39769889079518106,&quot;y&quot;:-3.8091860692703934},{&quot;x&quot;:0.4560767096275013,&quot;y&quot;:-3.692430431605753},{&quot;x&quot;:0.5436434378759816,&quot;y&quot;:-4.042697344599674},{&quot;x&quot;:0.6020212567083016,&quot;y&quot;:-3.8967527975188743},{&quot;x&quot;:0.6895879849567821,&quot;y&quot;:-4.013508435183513},{&quot;x&quot;:0.6895879849567821,&quot;y&quot;:-3.8091860692703934},{&quot;x&quot;:0.747965803789102,&quot;y&quot;:-3.8091860692703934},{&quot;x&quot;:0.9230992602860627,&quot;y&quot;:-3.225407880947191},{&quot;x&quot;:1.098232716783023,&quot;y&quot;:0.6859059808182595},{&quot;x&quot;:1.2149883544476632,&quot;y&quot;:-1.7659624101391873},{&quot;x&quot;:1.5360663580254243,&quot;y&quot;:3.8383081977635447},{&quot;x&quot;:1.7695776333547046,&quot;y&quot;:-1.4740733159775865},{&quot;x&quot;:1.9155221804355054,&quot;y&quot;:0.5983392525697793},{&quot;x&quot;:2.0030889086839863,&quot;y&quot;:0.4815836149051389},{&quot;x&quot;:2.119844546348626,&quot;y&quot;:2.145351451626264},{&quot;x&quot;:2.2074112745971064,&quot;y&quot;:0.4815836149051389},{&quot;x&quot;:2.4409225499263876,&quot;y&quot;:4.334519657838266},{&quot;x&quot;:2.6452449158395077,&quot;y&quot;:0.3940168866566587},{&quot;x&quot;:2.7620005535041483,&quot;y&quot;:1.7367067198000223},{&quot;x&quot;:3.0830785570819086,&quot;y&quot;:-3.400541337444152},{&quot;x&quot;:3.4041565606596698,&quot;y&quot;:1.1529285314768207},{&quot;x&quot;:3.564695562448549,&quot;y&quot;:-1.7221456555534456},{&quot;x&quot;:3.710640109529351,&quot;y&quot;:-2.4226794815412873},{&quot;x&quot;:3.7982068377778297,&quot;y&quot;:-1.5470121990564842},{&quot;x&quot;:3.8565846566101514,&quot;y&quot;:-1.9848458402988853},{&quot;x&quot;:3.944151384858632,&quot;y&quot;:-0.963234010733283},{&quot;x&quot;:4.177662660187913,&quot;y&quot;:-3.3275356734422488},{&quot;x&quot;:4.265229388436391,&quot;y&quot;:-3.3275356734422488},{&quot;x&quot;:4.323607207268712,&quot;y&quot;:-3.4734802205230504},{&quot;x&quot;:4.381985026101033,&quot;y&quot;:-3.9988805900139317},{&quot;x&quot;:4.527929573181832,&quot;y&quot;:-3.67780258643617},{&quot;x&quot;:4.593604619368193,&quot;y&quot;:-3.794558224100811},{&quot;x&quot;:4.651982438200512,&quot;y&quot;:-3.6194247676038502},{&quot;x&quot;:4.710360257032835,&quot;y&quot;:-3.823747133516971},{&quot;x&quot;:4.797926985281315,&quot;y&quot;:-3.4151024016907296},{&quot;x&quot;:4.878196486175756,&quot;y&quot;:-3.6486136770200104},{&quot;x&quot;:5.024141033256554,&quot;y&quot;:-2.772946394535208},{&quot;x&quot;:5.0825188520888736,&quot;y&quot;:-3.736180405268491},{&quot;x&quot;:5.199274489753515,&quot;y&quot;:-3.736180405268491},{&quot;x&quot;:5.199274489753515,&quot;y&quot;:-3.940502771181611},{&quot;x&quot;:5.294138445356034,&quot;y&quot;:-3.882124952349291},{&quot;x&quot;:5.3525162641883535,&quot;y&quot;:-4.290769684175532},{&quot;x&quot;:5.440082992436834,&quot;y&quot;:-3.7069914958523302},{&quot;x&quot;:5.4984608112691555,&quot;y&quot;:-3.9113138617654517},{&quot;x&quot;:5.556838630101476,&quot;y&quot;:-3.794558224100811},{&quot;x&quot;:5.615216448933796,&quot;y&quot;:-3.794558224100811},{&quot;x&quot;:5.7611609960145955,&quot;y&quot;:-3.35672458285841},{&quot;x&quot;:6.111427909008517,&quot;y&quot;:0},{&quot;x&quot;:6.403317003170118,&quot;y&quot;:3.9113138617654517},{&quot;x&quot;:6.957906282077158,&quot;y&quot;:3.35672458285841},{&quot;x&quot;:7.541684470400362,&quot;y&quot;:0.8172894636524823}],&quot;closed&quot;:false},&quot;pathStyles&quot;:[{&quot;type&quot;:&quot;FILL&quot;,&quot;fillStyle&quot;:&quot;rgba(0,0,0,0)&quot;},{&quot;type&quot;:&quot;STROKE&quot;,&quot;strokeStyle&quot;:&quot;rgb(9, 95, 170)&quot;,&quot;lineWidth&quot;:0.04378336412424013,&quot;lineJoin&quot;:&quot;round&quot;}],&quot;pathSmoothing&quot;:{&quot;type&quot;:&quot;CATMULL_SMOOTHING&quot;,&quot;smoothing&quot;:0.2},&quot;isLocked&quot;:false,&quot;parent&quot;:{&quot;type&quot;:&quot;CHILD&quot;,&quot;parentId&quot;:&quot;7b4b0cb5-d2e4-4273-a5a2-f7cbe5ec8567&quot;,&quot;order&quot;:&quot;6&quot;}},&quot;b20640a5-edc5-4d7c-b51f-6063058ff79c&quot;:{&quot;type&quot;:&quot;FIGURE_OBJECT&quot;,&quot;id&quot;:&quot;b20640a5-edc5-4d7c-b51f-6063058ff79c&quot;,&quot;relativeTransform&quot;:{&quot;translate&quot;:{&quot;x&quot;:0.739112569937507,&quot;y&quot;:5.118301932621238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0.6803228081549118,&quot;color&quot;:&quot;#232323&quot;,&quot;fontWeight&quot;:&quot;bold&quot;,&quot;fontStyle&quot;:&quot;normal&quot;,&quot;decoration&quot;:&quot;none&quot;,&quot;script&quot;:&quot;none&quot;},&quot;range&quot;:[0,13]},{&quot;style&quot;:{&quot;fontFamily&quot;:&quot;Roboto&quot;,&quot;fontSize&quot;:0.6803228081549118,&quot;color&quot;:&quot;#232323&quot;,&quot;fontWeight&quot;:&quot;bold&quot;,&quot;fontStyle&quot;:&quot;normal&quot;,&quot;decoration&quot;:&quot;none&quot;,&quot;script&quot;:&quot;super&quot;},&quot;range&quot;:[14,15]},{&quot;style&quot;:{&quot;fontFamily&quot;:&quot;Roboto&quot;,&quot;fontSize&quot;:0.6803228081549118,&quot;color&quot;:&quot;#232323&quot;,&quot;fontWeight&quot;:&quot;bold&quot;,&quot;fontStyle&quot;:&quot;normal&quot;,&quot;decoration&quot;:&quot;none&quot;,&quot;script&quot;:&quot;none&quot;},&quot;range&quot;:[16,16]}],&quot;text&quot;:&quot;Wavenumber (cm-1)&quot;}],&quot;verticalAlign&quot;:&quot;TOP&quot;,&quot;_lastCaretLocation&quot;:{&quot;lineIndex&quot;:0,&quot;runIndex&quot;:-1,&quot;charIndex&quot;:-1,&quot;endOfLine&quot;:true}},&quot;size&quot;:{&quot;x&quot;:6.362693180136793,&quot;y&quot;:0.8963252923520975},&quot;targetSize&quot;:{&quot;x&quot;:6.362693180136793,&quot;y&quot;:0.8963252923520975},&quot;format&quot;:&quot;BETTER_TEXT&quot;,&quot;verticalAlign&quot;:&quot;TOP&quot;},&quot;isLocked&quot;:false,&quot;parent&quot;:{&quot;type&quot;:&quot;CHILD&quot;,&quot;parentId&quot;:&quot;7b4b0cb5-d2e4-4273-a5a2-f7cbe5ec8567&quot;,&quot;order&quot;:&quot;7&quot;}},&quot;7a4bd84a-1283-47c6-a79a-2de833034a12&quot;:{&quot;type&quot;:&quot;FIGURE_OBJECT&quot;,&quot;id&quot;:&quot;7a4bd84a-1283-47c6-a79a-2de833034a12&quot;,&quot;relativeTransform&quot;:{&quot;translate&quot;:{&quot;x&quot;:-7.50942113904006,&quot;y&quot;:-0.9477364135223921},&quot;rotate&quot;:-1.5707963267948966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0.6803228081549118,&quot;color&quot;:&quot;#232323&quot;,&quot;fontWeight&quot;:&quot;bold&quot;,&quot;fontStyle&quot;:&quot;normal&quot;,&quot;decoration&quot;:&quot;none&quot;,&quot;script&quot;:&quot;none&quot;},&quot;range&quot;:[0,2]}],&quot;text&quot;:&quot;ABS&quot;}],&quot;verticalAlign&quot;:&quot;TOP&quot;,&quot;_lastCaretLocation&quot;:{&quot;lineIndex&quot;:0,&quot;runIndex&quot;:-1,&quot;charIndex&quot;:-1,&quot;endOfLine&quot;:true}},&quot;size&quot;:{&quot;x&quot;:4.945353980054057,&quot;y&quot;:0.7653631591742757},&quot;targetSize&quot;:{&quot;x&quot;:4.945353980054057,&quot;y&quot;:0.7653631591742757},&quot;format&quot;:&quot;BETTER_TEXT&quot;,&quot;verticalAlign&quot;:&quot;TOP&quot;},&quot;isLocked&quot;:false,&quot;parent&quot;:{&quot;type&quot;:&quot;CHILD&quot;,&quot;parentId&quot;:&quot;7b4b0cb5-d2e4-4273-a5a2-f7cbe5ec8567&quot;,&quot;order&quot;:&quot;8&quot;}},&quot;21adfc1c-6edb-4811-9f65-f2ff634eb7a6&quot;:{&quot;id&quot;:&quot;21adfc1c-6edb-4811-9f65-f2ff634eb7a6&quot;,&quot;name&quot;:&quot;Computer screen&quot;,&quot;displayName&quot;:&quot;&quot;,&quot;type&quot;:&quot;FIGURE_OBJECT&quot;,&quot;relativeTransform&quot;:{&quot;translate&quot;:{&quot;x&quot;:25.545730193957603,&quot;y&quot;:-43.09013928777317},&quot;rotate&quot;:0,&quot;skewX&quot;:0,&quot;scale&quot;:{&quot;x&quot;:0.10209948648088908,&quot;y&quot;:0.1020994864808891}},&quot;image&quot;:{&quot;url&quot;:&quot;https://icons.biorender.com/biorender/5f11a6691354a600277fd5b1/computer-screen.png&quot;,&quot;fallbackUrl&quot;:&quot;https://res.cloudinary.com/dlcjuc3ej/image/upload/v1594992231/lthvjachtvri0g19qt8f.svg#/keystone/api/icons/5f11a6691354a600277fd5b1/computer-screen.svg&quot;,&quot;isPremium&quot;:false,&quot;size&quot;:{&quot;x&quot;:250,&quot;y&quot;:203.125}},&quot;source&quot;:{&quot;id&quot;:&quot;5b3ccd292b2a330014798001&quot;,&quot;type&quot;:&quot;ASSETS&quot;},&quot;isPremium&quot;:false,&quot;parent&quot;:{&quot;type&quot;:&quot;CHILD&quot;,&quot;parentId&quot;:&quot;30d3ea3a-898f-4436-a74a-531a53f47294&quot;,&quot;order&quot;:&quot;2&quot;}},&quot;a2e9d782-e61a-4468-8eb2-0c724994c30e&quot;:{&quot;id&quot;:&quot;a2e9d782-e61a-4468-8eb2-0c724994c30e&quot;,&quot;type&quot;:&quot;FIGURE_OBJECT&quot;,&quot;relativeTransform&quot;:{&quot;translate&quot;:{&quot;x&quot;:142.21767777390278,&quot;y&quot;:-87.2213922263367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5]},{&quot;style&quot;:{&quot;fontFamily&quot;:&quot;Arial&quot;,&quot;fontSize&quot;:18.666666666666664,&quot;color&quot;:&quot;black&quot;,&quot;fontWeight&quot;:&quot;normal&quot;,&quot;fontStyle&quot;:&quot;italic&quot;,&quot;decoration&quot;:&quot;none&quot;},&quot;range&quot;:[6,14]},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15,33]}],&quot;text&quot;:&quot;expose D. magna to Se-PS particles&quot;}],&quot;_lastCaretLocation&quot;:{&quot;lineIndex&quot;:0,&quot;runIndex&quot;:2,&quot;charIndex&quot;:15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cb1e878a-f3cc-4504-8349-a8bab276d969&quot;,&quot;order&quot;:&quot;99999999998&quot;}},&quot;b9b9b937-ee8c-4d07-b82c-74ac1abfb1b8&quot;:{&quot;id&quot;:&quot;b9b9b937-ee8c-4d07-b82c-74ac1abfb1b8&quot;,&quot;type&quot;:&quot;FIGURE_OBJECT&quot;,&quot;relativeTransform&quot;:{&quot;translate&quot;:{&quot;x&quot;:464.08742903712476,&quot;y&quot;:-90.7190667053654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55]}],&quot;text&quot;:&quot;selenium and polymer detection using O-PTIR and TOF-SIMS&quot;,&quot;baseStyle&quot;:{&quot;fontFamily&quot;:&quot;Arial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30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cb1e878a-f3cc-4504-8349-a8bab276d969&quot;,&quot;order&quot;:&quot;99999999999&quot;}},&quot;dd98af51-ff37-4ee1-a4c8-7887187ff805&quot;:{&quot;type&quot;:&quot;FIGURE_OBJECT&quot;,&quot;id&quot;:&quot;dd98af51-ff37-4ee1-a4c8-7887187ff805&quot;,&quot;relativeTransform&quot;:{&quot;translate&quot;:{&quot;x&quot;:282.1608222558316,&quot;y&quot;:-193.01913297334798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b1e878a-f3cc-4504-8349-a8bab276d969&quot;,&quot;order&quot;:&quot;999999999995&quot;},&quot;connectorInfo&quot;:{&quot;type&quot;:&quot;LINE&quot;,&quot;offset&quot;:{&quot;x&quot;:0,&quot;y&quot;:0},&quot;bending&quot;:0.1,&quot;customized&quot;:false}},&quot;ef44a512-8908-4c67-ac80-99216288c9e1&quot;:{&quot;type&quot;:&quot;FIGURE_OBJECT&quot;,&quot;id&quot;:&quot;ef44a512-8908-4c67-ac80-99216288c9e1&quot;,&quot;parent&quot;:{&quot;type&quot;:&quot;CHILD&quot;,&quot;parentId&quot;:&quot;cb1e878a-f3cc-4504-8349-a8bab276d969&quot;,&quot;order&quot;:&quot;9996&quot;},&quot;relativeTransform&quot;:{&quot;translate&quot;:{&quot;x&quot;:-82.03200000000004,&quot;y&quot;:-14.604000000000013},&quot;rotate&quot;:0,&quot;skewX&quot;:0,&quot;scale&quot;:{&quot;x&quot;:1,&quot;y&quot;:1}}},&quot;b1252164-7401-439c-91a9-8b34359a4e64&quot;:{&quot;type&quot;:&quot;FIGURE_OBJECT&quot;,&quot;id&quot;:&quot;b1252164-7401-439c-91a9-8b34359a4e64&quot;,&quot;parent&quot;:{&quot;type&quot;:&quot;CROP&quot;,&quot;parentId&quot;:&quot;ef44a512-8908-4c67-ac80-99216288c9e1&quot;,&quot;order&quot;:&quot;5&quot;},&quot;relativeTransform&quot;:{&quot;translate&quot;:{&quot;x&quot;:-183.07484425146941,&quot;y&quot;:-118.04356639427533},&quot;rotate&quot;:0,&quot;skewX&quot;:0,&quot;scale&quot;:{&quot;x&quot;:91.82278470574413,&quot;y&quot;:38.782294161432276}},&quot;path&quot;:{&quot;type&quot;:&quot;RECT&quot;,&quot;size&quot;:{&quot;x&quot;:2,&quot;y&quot;:2}},&quot;pathStyles&quot;:[{&quot;type&quot;:&quot;FILL&quot;,&quot;fillStyle&quot;:&quot;#fff&quot;}],&quot;isFrozen&quot;:true},&quot;914e018f-b8f0-4ed7-b091-db8e5159fe44&quot;:{&quot;id&quot;:&quot;914e018f-b8f0-4ed7-b091-db8e5159fe44&quot;,&quot;name&quot;:&quot;Picture2.jpg&quot;,&quot;type&quot;:&quot;FIGURE_OBJECT&quot;,&quot;relativeTransform&quot;:{&quot;translate&quot;:{&quot;x&quot;:512.4813661875713,&quot;y&quot;:-182.7591103025955},&quot;rotate&quot;:0,&quot;skewX&quot;:0,&quot;scale&quot;:{&quot;x&quot;:0.33874414809261455,&quot;y&quot;:0.33874414809261455}},&quot;image&quot;:{&quot;url&quot;:&quot;https://core.services.biorender.com/api/uploads/noredirect/69e7a598dfdd0f2dea894187/1776788888459_accbd607-bd05-4fec-9085-39332456c782_icon.jpg&quot;,&quot;fallbackUrl&quot;:&quot;https://core.services.biorender.com/api/uploads/noredirect/69e7a598dfdd0f2dea894187/1776788888459_accbd607-bd05-4fec-9085-39332456c782_icon.jpg&quot;,&quot;isPremium&quot;:false,&quot;isSignedURL&quot;:true,&quot;size&quot;:{&quot;x&quot;:300,&quot;y&quot;:278.7096774193549}},&quot;source&quot;:{&quot;id&quot;:&quot;69e7a598dfdd0f2dea894187&quot;,&quot;type&quot;:&quot;UPLOADS&quot;},&quot;isPremium&quot;:false,&quot;parent&quot;:{&quot;type&quot;:&quot;CHILD&quot;,&quot;parentId&quot;:&quot;cb1e878a-f3cc-4504-8349-a8bab276d969&quot;,&quot;order&quot;:&quot;999999999997&quot;}},&quot;aa632556-a9b4-4de5-b3eb-d275120b9f19&quot;:{&quot;id&quot;:&quot;aa632556-a9b4-4de5-b3eb-d275120b9f19&quot;,&quot;name&quot;:&quot;Picture1.jpg&quot;,&quot;type&quot;:&quot;FIGURE_OBJECT&quot;,&quot;relativeTransform&quot;:{&quot;translate&quot;:{&quot;x&quot;:409.822675954014,&quot;y&quot;:-183.06724290706802},&quot;rotate&quot;:0,&quot;skewX&quot;:0,&quot;scale&quot;:{&quot;x&quot;:0.28783664083098237,&quot;y&quot;:0.28783664083098237}},&quot;image&quot;:{&quot;url&quot;:&quot;https://core.services.biorender.com/api/uploads/noredirect/69e7a59893accf33868cdceb/1776788888310_0c2acfb0-ce79-4e24-a939-1d0e4b986ddb_icon.jpg&quot;,&quot;fallbackUrl&quot;:&quot;https://core.services.biorender.com/api/uploads/noredirect/69e7a59893accf33868cdceb/1776788888310_0c2acfb0-ce79-4e24-a939-1d0e4b986ddb_icon.jpg&quot;,&quot;isPremium&quot;:false,&quot;isSignedURL&quot;:true,&quot;size&quot;:{&quot;x&quot;:300,&quot;y&quot;:325.86206896551727}},&quot;source&quot;:{&quot;id&quot;:&quot;69e7a59893accf33868cdceb&quot;,&quot;type&quot;:&quot;UPLOADS&quot;},&quot;isPremium&quot;:false,&quot;parent&quot;:{&quot;type&quot;:&quot;CHILD&quot;,&quot;parentId&quot;:&quot;cb1e878a-f3cc-4504-8349-a8bab276d969&quot;,&quot;order&quot;:&quot;999999999998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06f294a8-5008-4df6-b103-af0eec26eded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6f294a8-5008-4df6-b103-af0eec26eded&quot;:{&quot;id&quot;:&quot;06f294a8-5008-4df6-b103-af0eec26eded&quot;,&quot;name&quot;:&quot;image.png&quot;,&quot;type&quot;:&quot;FIGURE_OBJECT&quot;,&quot;relativeTransform&quot;:{&quot;translate&quot;:{&quot;x&quot;:-404.072411126875,&quot;y&quot;:-204.36634822353875},&quot;rotate&quot;:0,&quot;skewX&quot;:0,&quot;scale&quot;:{&quot;x&quot;:0.4539878589835845,&quot;y&quot;:0.4539878589835845}},&quot;image&quot;:{&quot;url&quot;:&quot;https://core.services.biorender.com/api/uploads/noredirect/69e651260c4592556e65298b/1776701734556_314743f3-4614-41da-aa2e-3089cb0c796c_icon.png&quot;,&quot;isPremium&quot;:false,&quot;isSignedURL&quot;:true,&quot;size&quot;:{&quot;x&quot;:300,&quot;y&quot;:421.6738197424893}},&quot;source&quot;:{&quot;id&quot;:&quot;69e651260c4592556e65298b&quot;,&quot;type&quot;:&quot;UPLOADS&quot;},&quot;isPremium&quot;:false,&quot;parent&quot;:{&quot;type&quot;:&quot;CHILD&quot;,&quot;parentId&quot;:&quot;cb1e878a-f3cc-4504-8349-a8bab276d969&quot;,&quot;order&quot;:&quot;5&quot;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3e0e0219-853b-448b-955e-b74f023b26d0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3e0e0219-853b-448b-955e-b74f023b26d0&quot;:{&quot;type&quot;:&quot;FIGURE_OBJECT&quot;,&quot;id&quot;:&quot;3e0e0219-853b-448b-955e-b74f023b26d0&quot;,&quot;relativeTransform&quot;:{&quot;translate&quot;:{&quot;x&quot;:-265.1072744242821,&quot;y&quot;:-190.99852010932491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b1e878a-f3cc-4504-8349-a8bab276d969&quot;,&quot;order&quot;:&quot;9995&quot;},&quot;connectorInfo&quot;:{&quot;type&quot;:&quot;LINE&quot;,&quot;offset&quot;:{&quot;x&quot;:0,&quot;y&quot;:0},&quot;bending&quot;:0.1,&quot;customized&quot;:false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ef44a512-8908-4c67-ac80-99216288c9e1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50ee22ce-3116-430f-94dd-ef9ca0ecf63b&quot;:{&quot;id&quot;:&quot;50ee22ce-3116-430f-94dd-ef9ca0ecf63b&quot;,&quot;type&quot;:&quot;FIGURE_OBJECT&quot;,&quot;relativeTransform&quot;:{&quot;translate&quot;:{&quot;x&quot;:-183.07484425146944,&quot;y&quot;:-118.0435663942753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7.333333333333332,&quot;color&quot;:&quot;black&quot;,&quot;fontWeight&quot;:&quot;normal&quot;,&quot;fontStyle&quot;:&quot;normal&quot;,&quot;decoration&quot;:&quot;none&quot;},&quot;range&quot;:[0,58]}],&quot;text&quot;:&quot;cryomilling of bulk Se-PS into irregularly shaped particles&quot;}],&quot;_lastCaretLocation&quot;:{&quot;lineIndex&quot;:0,&quot;runIndex&quot;:0,&quot;charIndex&quot;:42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ef44a512-8908-4c67-ac80-99216288c9e1&quot;,&quot;order&quot;:&quot;5&quot;}},&quot;ef44a512-8908-4c67-ac80-99216288c9e1&quot;:{&quot;type&quot;:&quot;FIGURE_OBJECT&quot;,&quot;id&quot;:&quot;ef44a512-8908-4c67-ac80-99216288c9e1&quot;,&quot;parent&quot;:{&quot;type&quot;:&quot;CHILD&quot;,&quot;parentId&quot;:&quot;cb1e878a-f3cc-4504-8349-a8bab276d969&quot;,&quot;order&quot;:&quot;9996&quot;},&quot;relativeTransform&quot;:{&quot;translate&quot;:{&quot;x&quot;:-82.03200000000004,&quot;y&quot;:-14.604000000000013},&quot;rotate&quot;:0,&quot;skewX&quot;:0,&quot;scale&quot;:{&quot;x&quot;:1,&quot;y&quot;:1}}},&quot;b1252164-7401-439c-91a9-8b34359a4e64&quot;:{&quot;type&quot;:&quot;FIGURE_OBJECT&quot;,&quot;id&quot;:&quot;b1252164-7401-439c-91a9-8b34359a4e64&quot;,&quot;parent&quot;:{&quot;type&quot;:&quot;CROP&quot;,&quot;parentId&quot;:&quot;ef44a512-8908-4c67-ac80-99216288c9e1&quot;,&quot;order&quot;:&quot;5&quot;},&quot;relativeTransform&quot;:{&quot;translate&quot;:{&quot;x&quot;:-183.07484425146941,&quot;y&quot;:-118.04356639427533},&quot;rotate&quot;:0,&quot;skewX&quot;:0,&quot;scale&quot;:{&quot;x&quot;:91.82278470574413,&quot;y&quot;:38.782294161432276}},&quot;path&quot;:{&quot;type&quot;:&quot;RECT&quot;,&quot;size&quot;:{&quot;x&quot;:2,&quot;y&quot;:2}},&quot;pathStyles&quot;:[{&quot;type&quot;:&quot;FILL&quot;,&quot;fillStyle&quot;:&quot;#fff&quot;}],&quot;isFrozen&quot;:tru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7eee7e93-3a5d-42ca-88d3-f2f0dd9a65bf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7eee7e93-3a5d-42ca-88d3-f2f0dd9a65bf&quot;:{&quot;type&quot;:&quot;FIGURE_OBJECT&quot;,&quot;id&quot;:&quot;7eee7e93-3a5d-42ca-88d3-f2f0dd9a65bf&quot;,&quot;relativeTransform&quot;:{&quot;translate&quot;:{&quot;x&quot;:8.958883060518168,&quot;y&quot;:-191.7002737512408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b1e878a-f3cc-4504-8349-a8bab276d969&quot;,&quot;order&quot;:&quot;9997&quot;},&quot;connectorInfo&quot;:{&quot;type&quot;:&quot;LINE&quot;,&quot;offset&quot;:{&quot;x&quot;:0,&quot;y&quot;:0},&quot;bending&quot;:0.1,&quot;customized&quot;:false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7884d40c-e9cb-49dc-aaaa-b0fcfdf1f3e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7884d40c-e9cb-49dc-aaaa-b0fcfdf1f3ea&quot;:{&quot;id&quot;:&quot;7884d40c-e9cb-49dc-aaaa-b0fcfdf1f3ea&quot;,&quot;name&quot;:&quot;Dry pulverizer (Covaris cryoPREP)&quot;,&quot;displayName&quot;:&quot;&quot;,&quot;type&quot;:&quot;FIGURE_OBJECT&quot;,&quot;relativeTransform&quot;:{&quot;translate&quot;:{&quot;x&quot;:-265.10690563289364,&quot;y&quot;:-238.50755732016822},&quot;rotate&quot;:0,&quot;skewX&quot;:0,&quot;scale&quot;:{&quot;x&quot;:0.4431838166525532,&quot;y&quot;:0.4431838166525532}},&quot;image&quot;:{&quot;url&quot;:&quot;https://icons.cdn.biorender.com/biorender/61942652eacded0029996619/20211116220141/image/61942652eacded0029996619.png&quot;,&quot;isPremium&quot;:false,&quot;isOrgIcon&quot;:false,&quot;size&quot;:{&quot;x&quot;:150,&quot;y&quot;:126.0810810810811}},&quot;source&quot;:{&quot;id&quot;:&quot;61942652eacded0029996619&quot;,&quot;version&quot;:&quot;20211116220141&quot;,&quot;type&quot;:&quot;ASSETS&quot;},&quot;isPremium&quot;:false,&quot;parent&quot;:{&quot;type&quot;:&quot;CHILD&quot;,&quot;parentId&quot;:&quot;cb1e878a-f3cc-4504-8349-a8bab276d969&quot;,&quot;order&quot;:&quot;9998&quot;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7144ec9d-53bf-442d-91eb-0ae5272d0d94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7144ec9d-53bf-442d-91eb-0ae5272d0d94&quot;:{&quot;relativeTransform&quot;:{&quot;translate&quot;:{&quot;x&quot;:-133.17239196525145,&quot;y&quot;:-175.07758456692085},&quot;rotate&quot;:0,&quot;skewX&quot;:0,&quot;scale&quot;:{&quot;x&quot;:1,&quot;y&quot;:1}},&quot;type&quot;:&quot;FIGURE_OBJECT&quot;,&quot;id&quot;:&quot;7144ec9d-53bf-442d-91eb-0ae5272d0d94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cb1e878a-f3cc-4504-8349-a8bab276d969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62be7c03-57cd-4262-ba21-da32e3679b51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2be7c03-57cd-4262-ba21-da32e3679b51&quot;:{&quot;relativeTransform&quot;:{&quot;translate&quot;:{&quot;x&quot;:-93.96451469908268,&quot;y&quot;:-218.32506796183355},&quot;rotate&quot;:0,&quot;skewX&quot;:0,&quot;scale&quot;:{&quot;x&quot;:1,&quot;y&quot;:1}},&quot;type&quot;:&quot;FIGURE_OBJECT&quot;,&quot;id&quot;:&quot;62be7c03-57cd-4262-ba21-da32e3679b51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cb1e878a-f3cc-4504-8349-a8bab276d969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35794e1d-f7b3-458f-86cd-31e253120b86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35794e1d-f7b3-458f-86cd-31e253120b86&quot;:{&quot;relativeTransform&quot;:{&quot;translate&quot;:{&quot;x&quot;:-150.03714907962583,&quot;y&quot;:-208.25532407029118},&quot;rotate&quot;:0,&quot;skewX&quot;:0,&quot;scale&quot;:{&quot;x&quot;:1,&quot;y&quot;:1}},&quot;type&quot;:&quot;FIGURE_OBJECT&quot;,&quot;id&quot;:&quot;35794e1d-f7b3-458f-86cd-31e253120b86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cb1e878a-f3cc-4504-8349-a8bab276d969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c012f0b9-207a-4ad1-973f-b462a5fb9f9b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012f0b9-207a-4ad1-973f-b462a5fb9f9b&quot;:{&quot;relativeTransform&quot;:{&quot;translate&quot;:{&quot;x&quot;:-132.61009877495192,&quot;y&quot;:-226.2278593827261},&quot;rotate&quot;:0,&quot;skewX&quot;:0,&quot;scale&quot;:{&quot;x&quot;:1,&quot;y&quot;:1}},&quot;type&quot;:&quot;FIGURE_OBJECT&quot;,&quot;id&quot;:&quot;c012f0b9-207a-4ad1-973f-b462a5fb9f9b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cb1e878a-f3cc-4504-8349-a8bab276d969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180449fd-43ad-48f4-a992-18f3a667614d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180449fd-43ad-48f4-a992-18f3a667614d&quot;:{&quot;relativeTransform&quot;:{&quot;translate&quot;:{&quot;x&quot;:-163.73009307802766,&quot;y&quot;:-243.624801404051},&quot;rotate&quot;:0,&quot;skewX&quot;:0,&quot;scale&quot;:{&quot;x&quot;:1,&quot;y&quot;:1}},&quot;type&quot;:&quot;FIGURE_OBJECT&quot;,&quot;id&quot;:&quot;180449fd-43ad-48f4-a992-18f3a667614d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cb1e878a-f3cc-4504-8349-a8bab276d969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b74f8ae1-0779-41bc-8f23-f68b2b4bd42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74f8ae1-0779-41bc-8f23-f68b2b4bd429&quot;:{&quot;relativeTransform&quot;:{&quot;translate&quot;:{&quot;x&quot;:-154.45549163298043,&quot;y&quot;:-200.8447091293884},&quot;rotate&quot;:0,&quot;skewX&quot;:0,&quot;scale&quot;:{&quot;x&quot;:1,&quot;y&quot;:1}},&quot;type&quot;:&quot;FIGURE_OBJECT&quot;,&quot;id&quot;:&quot;b74f8ae1-0779-41bc-8f23-f68b2b4bd429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6c49aa08-bdfc-4ae3-9223-02c7f9210a4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c49aa08-bdfc-4ae3-9223-02c7f9210a4e&quot;:{&quot;relativeTransform&quot;:{&quot;translate&quot;:{&quot;x&quot;:-123.97433684853249,&quot;y&quot;:-174.39415283568547},&quot;rotate&quot;:0,&quot;skewX&quot;:0,&quot;scale&quot;:{&quot;x&quot;:1,&quot;y&quot;:1}},&quot;type&quot;:&quot;FIGURE_OBJECT&quot;,&quot;id&quot;:&quot;6c49aa08-bdfc-4ae3-9223-02c7f9210a4e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632aec8d-c131-49a9-97fa-6d2892423adc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32aec8d-c131-49a9-97fa-6d2892423adc&quot;:{&quot;relativeTransform&quot;:{&quot;translate&quot;:{&quot;x&quot;:-115.44369941451453,&quot;y&quot;:-166.05410848374123},&quot;rotate&quot;:0,&quot;skewX&quot;:0,&quot;scale&quot;:{&quot;x&quot;:1,&quot;y&quot;:1}},&quot;type&quot;:&quot;FIGURE_OBJECT&quot;,&quot;id&quot;:&quot;632aec8d-c131-49a9-97fa-6d2892423adc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16c0ce15-d430-4539-9c15-4e7da59af412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16c0ce15-d430-4539-9c15-4e7da59af412&quot;:{&quot;relativeTransform&quot;:{&quot;translate&quot;:{&quot;x&quot;:-106.47136789648371,&quot;y&quot;:-206.5024066184763},&quot;rotate&quot;:0,&quot;skewX&quot;:0,&quot;scale&quot;:{&quot;x&quot;:1,&quot;y&quot;:1}},&quot;type&quot;:&quot;FIGURE_OBJECT&quot;,&quot;id&quot;:&quot;16c0ce15-d430-4539-9c15-4e7da59af412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a343cad6-beef-4536-ae82-badd821940f4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a343cad6-beef-4536-ae82-badd821940f4&quot;:{&quot;relativeTransform&quot;:{&quot;translate&quot;:{&quot;x&quot;:-82.12948735197395,&quot;y&quot;:-209.64913045094355},&quot;rotate&quot;:0,&quot;skewX&quot;:0,&quot;scale&quot;:{&quot;x&quot;:1,&quot;y&quot;:1}},&quot;type&quot;:&quot;FIGURE_OBJECT&quot;,&quot;id&quot;:&quot;a343cad6-beef-4536-ae82-badd821940f4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60b306be-3d47-40e1-bf04-ea6dcd0e13c1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0b306be-3d47-40e1-bf04-ea6dcd0e13c1&quot;:{&quot;relativeTransform&quot;:{&quot;translate&quot;:{&quot;x&quot;:-77.26530225459484,&quot;y&quot;:-230.00611093682247},&quot;rotate&quot;:0,&quot;skewX&quot;:0,&quot;scale&quot;:{&quot;x&quot;:1,&quot;y&quot;:1}},&quot;type&quot;:&quot;FIGURE_OBJECT&quot;,&quot;id&quot;:&quot;60b306be-3d47-40e1-bf04-ea6dcd0e13c1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814f81de-2658-4d45-9be9-e42816530a37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14f81de-2658-4d45-9be9-e42816530a37&quot;:{&quot;relativeTransform&quot;:{&quot;translate&quot;:{&quot;x&quot;:-127.72437624440735,&quot;y&quot;:-221.44029899127344},&quot;rotate&quot;:0,&quot;skewX&quot;:0,&quot;scale&quot;:{&quot;x&quot;:1,&quot;y&quot;:1}},&quot;type&quot;:&quot;FIGURE_OBJECT&quot;,&quot;id&quot;:&quot;814f81de-2658-4d45-9be9-e42816530a37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cb1e878a-f3cc-4504-8349-a8bab276d969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56a0c91d-d436-40e4-bd21-0848a6eb2e1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56a0c91d-d436-40e4-bd21-0848a6eb2e1a&quot;:{&quot;relativeTransform&quot;:{&quot;translate&quot;:{&quot;x&quot;:-96.9860852292978,&quot;y&quot;:-230.9079736009632},&quot;rotate&quot;:0,&quot;skewX&quot;:0,&quot;scale&quot;:{&quot;x&quot;:1,&quot;y&quot;:1}},&quot;type&quot;:&quot;FIGURE_OBJECT&quot;,&quot;id&quot;:&quot;56a0c91d-d436-40e4-bd21-0848a6eb2e1a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cb1e878a-f3cc-4504-8349-a8bab276d969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4ffe9271-a163-452d-9f04-eae40f0c7cd7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ffe9271-a163-452d-9f04-eae40f0c7cd7&quot;:{&quot;relativeTransform&quot;:{&quot;translate&quot;:{&quot;x&quot;:-111.31318045984389,&quot;y&quot;:-233.11000633863148},&quot;rotate&quot;:0,&quot;skewX&quot;:0,&quot;scale&quot;:{&quot;x&quot;:1,&quot;y&quot;:1}},&quot;type&quot;:&quot;FIGURE_OBJECT&quot;,&quot;id&quot;:&quot;4ffe9271-a163-452d-9f04-eae40f0c7cd7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cb1e878a-f3cc-4504-8349-a8bab276d969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136039f3-0e62-4fd1-b335-e47203d1bbb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136039f3-0e62-4fd1-b335-e47203d1bbbe&quot;:{&quot;relativeTransform&quot;:{&quot;translate&quot;:{&quot;x&quot;:-121.09194780148187,&quot;y&quot;:-202.589863426254},&quot;rotate&quot;:0,&quot;skewX&quot;:0,&quot;scale&quot;:{&quot;x&quot;:1,&quot;y&quot;:1}},&quot;type&quot;:&quot;FIGURE_OBJECT&quot;,&quot;id&quot;:&quot;136039f3-0e62-4fd1-b335-e47203d1bbbe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cb1e878a-f3cc-4504-8349-a8bab276d969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c145cedb-e15a-40cc-9b8b-3ea5e035959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145cedb-e15a-40cc-9b8b-3ea5e0359593&quot;:{&quot;relativeTransform&quot;:{&quot;translate&quot;:{&quot;x&quot;:116.19678747682735,&quot;y&quot;:-326.21430218885433},&quot;rotate&quot;:0,&quot;skewX&quot;:0,&quot;scale&quot;:{&quot;x&quot;:1,&quot;y&quot;:1}},&quot;type&quot;:&quot;FIGURE_OBJECT&quot;,&quot;id&quot;:&quot;c145cedb-e15a-40cc-9b8b-3ea5e0359593&quot;,&quot;parent&quot;:{&quot;type&quot;:&quot;CHILD&quot;,&quot;parentId&quot;:&quot;cb1e878a-f3cc-4504-8349-a8bab276d969&quot;,&quot;order&quot;:&quot;99999999&quot;},&quot;name&quot;:&quot;Centrifugation (falcon tube with 1/2 liquid into centrifuge)&quot;,&quot;displayName&quot;:&quot;Centrifugation (falcon tube with 1/2 liquid into centrifuge)&quot;,&quot;source&quot;:{&quot;id&quot;:&quot;606df78aa5a2b400a04308cd&quot;,&quot;type&quot;:&quot;ASSETS&quot;},&quot;isPremium&quot;:true},&quot;17698772-2965-42d0-a71d-9b70315f40ce&quot;:{&quot;type&quot;:&quot;FIGURE_OBJECT&quot;,&quot;id&quot;:&quot;17698772-2965-42d0-a71d-9b70315f40ce&quot;,&quot;name&quot;:&quot;Centrifuge (full)&quot;,&quot;relativeTransform&quot;:{&quot;translate&quot;:{&quot;x&quot;:-96.36037479317903,&quot;y&quot;:79.67129076152821},&quot;rotate&quot;:0,&quot;skewX&quot;:0,&quot;scale&quot;:{&quot;x&quot;:0.19114962487290718,&quot;y&quot;:0.19114962487290718}},&quot;opacity&quot;:1,&quot;image&quot;:{&quot;url&quot;:&quot;https://icons.biorender.com/biorender/5d38624fef208400046a7956/20190724135232/image/centrifuge-full.png&quot;,&quot;fallbackUrl&quot;:&quot;https://res.cloudinary.com/dlcjuc3ej/image/upload/v1563976352/as6unpq4gu6ddghbhc6t.svg#/keystone/api/icons/5d38624fef208400046a7956/20190724135232/image/centrifuge-full.svg&quot;,&quot;size&quot;:{&quot;x&quot;:381,&quot;y&quot;:424},&quot;isPremium&quot;:false,&quot;isPacked&quot;:true},&quot;source&quot;:{&quot;id&quot;:&quot;5d38624fef208400046a7956&quot;,&quot;type&quot;:&quot;ASSETS&quot;},&quot;pathStyles&quot;:[{&quot;type&quot;:&quot;FILL&quot;,&quot;fillStyle&quot;:&quot;rgb(0,0,0)&quot;}],&quot;isLocked&quot;:false,&quot;parent&quot;:{&quot;type&quot;:&quot;CHILD&quot;,&quot;parentId&quot;:&quot;c145cedb-e15a-40cc-9b8b-3ea5e0359593&quot;,&quot;order&quot;:&quot;2&quot;}},&quot;684f2e6d-491a-48f5-8bd6-940dca704ea9&quot;:{&quot;type&quot;:&quot;FIGURE_OBJECT&quot;,&quot;id&quot;:&quot;684f2e6d-491a-48f5-8bd6-940dca704ea9&quot;,&quot;relativeTransform&quot;:{&quot;translate&quot;:{&quot;x&quot;:-130.04065921439633,&quot;y&quot;:66.55342253624111},&quot;rotate&quot;:0},&quot;opacity&quot;:1,&quot;path&quot;:{&quot;type&quot;:&quot;POLY_LINE&quot;,&quot;points&quot;:[{&quot;x&quot;:-13.751766342180526,&quot;y&quot;:-9.784910666551516},{&quot;x&quot;:3.1890622372256137,&quot;y&quot;:-4.481925306371137},{&quot;x&quot;:13.751766342180526,&quot;y&quot;:9.784910666551557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1.4565601415315526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145cedb-e15a-40cc-9b8b-3ea5e0359593&quot;,&quot;order&quot;:&quot;5&quot;}},&quot;f11b5deb-d39c-4f01-ba60-a855815175b1&quot;:{&quot;type&quot;:&quot;FIGURE_OBJECT&quot;,&quot;id&quot;:&quot;f11b5deb-d39c-4f01-ba60-a855815175b1&quot;,&quot;parent&quot;:{&quot;type&quot;:&quot;CHILD&quot;,&quot;parentId&quot;:&quot;c145cedb-e15a-40cc-9b8b-3ea5e0359593&quot;,&quot;order&quot;:&quot;7&quot;},&quot;relativeTransform&quot;:{&quot;translate&quot;:{&quot;x&quot;:-136.2620528441615,&quot;y&quot;:46.73925822312966},&quot;rotate&quot;:0}},&quot;1eb81376-68bd-4457-b629-236de9759113&quot;:{&quot;id&quot;:&quot;1eb81376-68bd-4457-b629-236de9759113&quot;,&quot;name&quot;:&quot;Falcon tube (50mL, 1/2 liquid)&quot;,&quot;type&quot;:&quot;FIGURE_OBJECT&quot;,&quot;relativeTransform&quot;:{&quot;translate&quot;:{&quot;x&quot;:-14.333679184038466,&quot;y&quot;:15.374932555789346},&quot;rotate&quot;:0,&quot;skewX&quot;:0,&quot;scale&quot;:{&quot;x&quot;:0.2057283610663563,&quot;y&quot;:0.20572836106635634}},&quot;image&quot;:{&quot;url&quot;:&quot;https://icons.biorender.com/biorender/606c7350c6644b0028d7d251/20210406144412/image/falcon-tube-50-ml-1-2-liquid.png&quot;,&quot;fallbackUrl&quot;:&quot;https://res.cloudinary.com/dlcjuc3ej/image/upload/v1617720252/kejk6pnwrn9mjvtua5ju.svg#/keystone/api/icons/606c7350c6644b0028d7d251/20210406144412/image/falcon-tube-50-ml-1-2-liquid.svg&quot;,&quot;isPremium&quot;:false,&quot;isPacked&quot;:true,&quot;size&quot;:{&quot;x&quot;:75,&quot;y&quot;:243.57142857142858}},&quot;source&quot;:{&quot;id&quot;:&quot;606c7350c6644b0028d7d251&quot;,&quot;type&quot;:&quot;ASSETS&quot;},&quot;parent&quot;:{&quot;type&quot;:&quot;CHILD&quot;,&quot;parentId&quot;:&quot;f11b5deb-d39c-4f01-ba60-a855815175b1&quot;,&quot;order&quot;:&quot;2&quot;}},&quot;e4b6195c-121b-49d6-a675-07f8bc407d03&quot;:{&quot;id&quot;:&quot;e4b6195c-121b-49d6-a675-07f8bc407d03&quot;,&quot;name&quot;:&quot;Screw cap 1&quot;,&quot;type&quot;:&quot;FIGURE_OBJECT&quot;,&quot;relativeTransform&quot;:{&quot;translate&quot;:{&quot;x&quot;:-14.333640026408885,&quot;y&quot;:-4.043195450349719},&quot;rotate&quot;:0,&quot;skewX&quot;:0,&quot;scale&quot;:{&quot;x&quot;:0.3322352593080647,&quot;y&quot;:0.33223525930806475}},&quot;image&quot;:{&quot;url&quot;:&quot;https://icons.biorender.com/biorender/5f0769b39d890700268f57af/20200709190333/image/screw-cap-1.png&quot;,&quot;fallbackUrl&quot;:&quot;https://res.cloudinary.com/dlcjuc3ej/image/upload/v1594321413/yim6f1jzzsm0kkdia3wg.svg#/keystone/api/icons/5f0769b39d890700268f57af/20200709190333/image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f11b5deb-d39c-4f01-ba60-a855815175b1&quot;,&quot;order&quot;:&quot;5&quot;},&quot;opacity&quot;:1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9f0ef003-dc11-49be-aacf-a97c6ceae73d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9f0ef003-dc11-49be-aacf-a97c6ceae73d&quot;:{&quot;type&quot;:&quot;FIGURE_OBJECT&quot;,&quot;id&quot;:&quot;9f0ef003-dc11-49be-aacf-a97c6ceae73d&quot;,&quot;parent&quot;:{&quot;type&quot;:&quot;CHILD&quot;,&quot;parentId&quot;:&quot;cb1e878a-f3cc-4504-8349-a8bab276d969&quot;,&quot;order&quot;:&quot;999999999&quot;},&quot;relativeTransform&quot;:{&quot;translate&quot;:{&quot;x&quot;:-166.02351423572694,&quot;y&quot;:-467.68723826779274},&quot;rotate&quot;:0}},&quot;df3a373b-a02b-44dd-a5d7-52b156fa6c86&quot;:{&quot;id&quot;:&quot;df3a373b-a02b-44dd-a5d7-52b156fa6c86&quot;,&quot;name&quot;:&quot;Daphnia magna&quot;,&quot;displayName&quot;:&quot;&quot;,&quot;type&quot;:&quot;FIGURE_OBJECT&quot;,&quot;relativeTransform&quot;:{&quot;translate&quot;:{&quot;x&quot;:293.18336206468996,&quot;y&quot;:276.53195872892917},&quot;rotate&quot;:0,&quot;skewX&quot;:0,&quot;scale&quot;:{&quot;x&quot;:0.30384837631105494,&quot;y&quot;:0.3038483763110549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9f0ef003-dc11-49be-aacf-a97c6ceae73d&quot;,&quot;order&quot;:&quot;2&quot;}},&quot;1abfac70-219a-42bc-a011-b9fea3c1f297&quot;:{&quot;id&quot;:&quot;1abfac70-219a-42bc-a011-b9fea3c1f297&quot;,&quot;name&quot;:&quot;Beaker (small, full)&quot;,&quot;displayName&quot;:&quot;Small beaker (full)&quot;,&quot;type&quot;:&quot;FIGURE_OBJECT&quot;,&quot;relativeTransform&quot;:{&quot;translate&quot;:{&quot;x&quot;:309.4984818731556,&quot;y&quot;:263.6788402616498},&quot;rotate&quot;:0,&quot;skewX&quot;:0,&quot;scale&quot;:{&quot;x&quot;:1.1759758638980844,&quot;y&quot;:1.1759758638980844}},&quot;image&quot;:{&quot;url&quot;:&quot;https://icons.cdn.biorender.com/biorender/5f232cd924a05b0028e8a35a/20220614182522/image/5f232cd924a05b0028e8a35a.png&quot;,&quot;isPremium&quot;:false,&quot;isOrgIcon&quot;:false,&quot;size&quot;:{&quot;x&quot;:100,&quot;y&quot;:130.67484662576686}},&quot;source&quot;:{&quot;id&quot;:&quot;5f232cd924a05b0028e8a35a&quot;,&quot;version&quot;:&quot;20220614182522&quot;,&quot;type&quot;:&quot;ASSETS&quot;},&quot;isPremium&quot;:false,&quot;parent&quot;:{&quot;type&quot;:&quot;CHILD&quot;,&quot;parentId&quot;:&quot;9f0ef003-dc11-49be-aacf-a97c6ceae73d&quot;,&quot;order&quot;:&quot;1&quot;}},&quot;20ef6ca5-491e-4151-a620-cd51bb44c633&quot;:{&quot;id&quot;:&quot;20ef6ca5-491e-4151-a620-cd51bb44c633&quot;,&quot;name&quot;:&quot;Daphnia magna&quot;,&quot;displayName&quot;:&quot;&quot;,&quot;type&quot;:&quot;FIGURE_OBJECT&quot;,&quot;relativeTransform&quot;:{&quot;translate&quot;:{&quot;x&quot;:328.9520995688005,&quot;y&quot;:293.370539820149},&quot;rotate&quot;:0,&quot;skewX&quot;:0,&quot;scale&quot;:{&quot;x&quot;:0.30384837631105494,&quot;y&quot;:0.3038483763110549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9f0ef003-dc11-49be-aacf-a97c6ceae73d&quot;,&quot;order&quot;:&quot;5&quot;}},&quot;fae5cfce-fe16-4599-8df8-e6c019c59b02&quot;:{&quot;id&quot;:&quot;fae5cfce-fe16-4599-8df8-e6c019c59b02&quot;,&quot;name&quot;:&quot;Daphnia magna&quot;,&quot;displayName&quot;:&quot;&quot;,&quot;type&quot;:&quot;FIGURE_OBJECT&quot;,&quot;relativeTransform&quot;:{&quot;translate&quot;:{&quot;x&quot;:293.1840012018839,&quot;y&quot;:308.82398751530366},&quot;rotate&quot;:0,&quot;skewX&quot;:0,&quot;scale&quot;:{&quot;x&quot;:0.30384837631105494,&quot;y&quot;:0.3038483763110549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9f0ef003-dc11-49be-aacf-a97c6ceae73d&quot;,&quot;order&quot;:&quot;7&quot;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b65775be-b53a-4998-8471-eb65e8f3924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65775be-b53a-4998-8471-eb65e8f39243&quot;:{&quot;type&quot;:&quot;FIGURE_OBJECT&quot;,&quot;id&quot;:&quot;b65775be-b53a-4998-8471-eb65e8f39243&quot;,&quot;relativeTransform&quot;:{&quot;translate&quot;:{&quot;x&quot;:40.51081086872122,&quot;y&quot;:231.55571797845775},&quot;rotate&quot;:-2.4492935982947064e-16,&quot;skewX&quot;:0,&quot;scale&quot;:{&quot;x&quot;:1,&quot;y&quot;:1}},&quot;opacity&quot;:1,&quot;path&quot;:{&quot;type&quot;:&quot;POLY_LINE&quot;,&quot;points&quot;:[{&quot;x&quot;:73.80960730551733,&quot;y&quot;:0},{&quot;x&quot;:-73.8096073055173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b1e878a-f3cc-4504-8349-a8bab276d969&quot;,&quot;order&quot;:&quot;9999999995&quot;},&quot;connectorInfo&quot;:{&quot;type&quot;:&quot;LINE&quot;,&quot;offset&quot;:{&quot;x&quot;:0,&quot;y&quot;:0},&quot;bending&quot;:0.1,&quot;customized&quot;:false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579b8815-bc1e-4747-90aa-2826503b091d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579b8815-bc1e-4747-90aa-2826503b091d&quot;:{&quot;id&quot;:&quot;579b8815-bc1e-4747-90aa-2826503b091d&quot;,&quot;name&quot;:&quot;Cryostat&quot;,&quot;displayName&quot;:&quot;&quot;,&quot;type&quot;:&quot;FIGURE_OBJECT&quot;,&quot;relativeTransform&quot;:{&quot;translate&quot;:{&quot;x&quot;:282.1603569978008,&quot;y&quot;:-247.8976555792688},&quot;rotate&quot;:0,&quot;skewX&quot;:0,&quot;scale&quot;:{&quot;x&quot;:0.2636376550966404,&quot;y&quot;:0.2636376550966404}},&quot;image&quot;:{&quot;url&quot;:&quot;https://icons.cdn.biorender.com/biorender/5e1e1337a5377000288809a5/20200114192834/image/5e1e1337a5377000288809a5.png&quot;,&quot;isPremium&quot;:false,&quot;isOrgIcon&quot;:false,&quot;size&quot;:{&quot;x&quot;:250,&quot;y&quot;:316.29392971246006}},&quot;source&quot;:{&quot;id&quot;:&quot;5e1e1337a5377000288809a5&quot;,&quot;version&quot;:&quot;20200114192834&quot;,&quot;type&quot;:&quot;ASSETS&quot;},&quot;isPremium&quot;:false,&quot;parent&quot;:{&quot;type&quot;:&quot;CHILD&quot;,&quot;parentId&quot;:&quot;cb1e878a-f3cc-4504-8349-a8bab276d969&quot;,&quot;order&quot;:&quot;9999999997&quot;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436bd482-7b62-4808-951b-9d7058d4a277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36bd482-7b62-4808-951b-9d7058d4a277&quot;:{&quot;id&quot;:&quot;436bd482-7b62-4808-951b-9d7058d4a277&quot;,&quot;name&quot;:&quot;Mass Spectrometry (timsTOF SCP)&quot;,&quot;displayName&quot;:&quot;&quot;,&quot;type&quot;:&quot;FIGURE_OBJECT&quot;,&quot;relativeTransform&quot;:{&quot;translate&quot;:{&quot;x&quot;:415.4415658008617,&quot;y&quot;:-263.48361069717447},&quot;rotate&quot;:0,&quot;skewX&quot;:0,&quot;scale&quot;:{&quot;x&quot;:0.1796079594844102,&quot;y&quot;:0.1796079594844102}},&quot;image&quot;:{&quot;url&quot;:&quot;https://icons.cdn.biorender.com/biorender/655b75bc1fe354744149862d/20231120150622/image/655b75bc1fe354744149862d.png&quot;,&quot;isPremium&quot;:false,&quot;isOrgIcon&quot;:false,&quot;size&quot;:{&quot;x&quot;:200,&quot;y&quot;:313.13131313131316}},&quot;source&quot;:{&quot;id&quot;:&quot;655b75bc1fe354744149862d&quot;,&quot;version&quot;:&quot;20231120150622&quot;,&quot;type&quot;:&quot;ASSETS&quot;},&quot;isPremium&quot;:false,&quot;parent&quot;:{&quot;type&quot;:&quot;CHILD&quot;,&quot;parentId&quot;:&quot;cb1e878a-f3cc-4504-8349-a8bab276d969&quot;,&quot;order&quot;:&quot;99999999995&quot;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dd98af51-ff37-4ee1-a4c8-7887187ff805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d98af51-ff37-4ee1-a4c8-7887187ff805&quot;:{&quot;type&quot;:&quot;FIGURE_OBJECT&quot;,&quot;id&quot;:&quot;dd98af51-ff37-4ee1-a4c8-7887187ff805&quot;,&quot;relativeTransform&quot;:{&quot;translate&quot;:{&quot;x&quot;:282.1608222558316,&quot;y&quot;:-193.01913297334798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b1e878a-f3cc-4504-8349-a8bab276d969&quot;,&quot;order&quot;:&quot;999999999995&quot;},&quot;connectorInfo&quot;:{&quot;type&quot;:&quot;LINE&quot;,&quot;offset&quot;:{&quot;x&quot;:0,&quot;y&quot;:0},&quot;bending&quot;:0.1,&quot;customized&quot;:false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914e018f-b8f0-4ed7-b091-db8e5159fe44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914e018f-b8f0-4ed7-b091-db8e5159fe44&quot;:{&quot;id&quot;:&quot;914e018f-b8f0-4ed7-b091-db8e5159fe44&quot;,&quot;name&quot;:&quot;Picture2.jpg&quot;,&quot;type&quot;:&quot;FIGURE_OBJECT&quot;,&quot;relativeTransform&quot;:{&quot;translate&quot;:{&quot;x&quot;:512.4813661875713,&quot;y&quot;:-182.7591103025955},&quot;rotate&quot;:0,&quot;skewX&quot;:0,&quot;scale&quot;:{&quot;x&quot;:0.33874414809261455,&quot;y&quot;:0.33874414809261455}},&quot;image&quot;:{&quot;url&quot;:&quot;https://core.services.biorender.com/api/uploads/noredirect/69e7a598dfdd0f2dea894187/1776788888459_accbd607-bd05-4fec-9085-39332456c782_icon.jpg&quot;,&quot;fallbackUrl&quot;:&quot;https://core.services.biorender.com/api/uploads/noredirect/69e7a598dfdd0f2dea894187/1776788888459_accbd607-bd05-4fec-9085-39332456c782_icon.jpg&quot;,&quot;isPremium&quot;:false,&quot;isSignedURL&quot;:true,&quot;size&quot;:{&quot;x&quot;:300,&quot;y&quot;:278.7096774193549}},&quot;source&quot;:{&quot;id&quot;:&quot;69e7a598dfdd0f2dea894187&quot;,&quot;type&quot;:&quot;UPLOADS&quot;},&quot;isPremium&quot;:false,&quot;parent&quot;:{&quot;type&quot;:&quot;CHILD&quot;,&quot;parentId&quot;:&quot;cb1e878a-f3cc-4504-8349-a8bab276d969&quot;,&quot;order&quot;:&quot;999999999997&quot;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cb1e878a-f3cc-4504-8349-a8bab276d969"/>
  <p:tag name="SELECTIONIDS" val="aa632556-a9b4-4de5-b3eb-d275120b9f1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aa632556-a9b4-4de5-b3eb-d275120b9f19&quot;:{&quot;id&quot;:&quot;aa632556-a9b4-4de5-b3eb-d275120b9f19&quot;,&quot;name&quot;:&quot;Picture1.jpg&quot;,&quot;type&quot;:&quot;FIGURE_OBJECT&quot;,&quot;relativeTransform&quot;:{&quot;translate&quot;:{&quot;x&quot;:409.822675954014,&quot;y&quot;:-183.06724290706802},&quot;rotate&quot;:0,&quot;skewX&quot;:0,&quot;scale&quot;:{&quot;x&quot;:0.28783664083098237,&quot;y&quot;:0.28783664083098237}},&quot;image&quot;:{&quot;url&quot;:&quot;https://core.services.biorender.com/api/uploads/noredirect/69e7a59893accf33868cdceb/1776788888310_0c2acfb0-ce79-4e24-a939-1d0e4b986ddb_icon.jpg&quot;,&quot;fallbackUrl&quot;:&quot;https://core.services.biorender.com/api/uploads/noredirect/69e7a59893accf33868cdceb/1776788888310_0c2acfb0-ce79-4e24-a939-1d0e4b986ddb_icon.jpg&quot;,&quot;isPremium&quot;:false,&quot;isSignedURL&quot;:true,&quot;size&quot;:{&quot;x&quot;:300,&quot;y&quot;:325.86206896551727}},&quot;source&quot;:{&quot;id&quot;:&quot;69e7a59893accf33868cdceb&quot;,&quot;type&quot;:&quot;UPLOADS&quot;},&quot;isPremium&quot;:false,&quot;parent&quot;:{&quot;type&quot;:&quot;CHILD&quot;,&quot;parentId&quot;:&quot;cb1e878a-f3cc-4504-8349-a8bab276d969&quot;,&quot;order&quot;:&quot;999999999998&quot;}},&quot;cb1e878a-f3cc-4504-8349-a8bab276d969&quot;:{&quot;id&quot;:&quot;cb1e878a-f3cc-4504-8349-a8bab276d969&quot;,&quot;type&quot;:&quot;FIGURE_OBJECT&quot;,&quot;document&quot;:{&quot;type&quot;:&quot;FIGURE&quot;,&quot;canvasType&quot;:&quot;FIGURE&quot;,&quot;units&quot;:&quot;in&quot;},&quot;parent&quot;:{&quot;type&quot;:&quot;DOCUMENT&quot;,&quot;parentId&quot;:&quot;5f803925-34ac-4623-ad35-23ccae43b1f7&quot;,&quot;order&quot;:&quot;6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9e650e5b06e265f690efbfd"/>
  <p:tag name="SLIDEID" val="fe6ae323-7270-411c-892a-8de0b0779487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89ab0ca5-0a33-4fea-8b9a-7ad53bf0f3bb&quot;:{&quot;id&quot;:&quot;89ab0ca5-0a33-4fea-8b9a-7ad53bf0f3bb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960,&quot;y&quot;:672}},&quot;pathStyles&quot;:[{&quot;type&quot;:&quot;FILL&quot;,&quot;fillStyle&quot;:&quot;rgba(0,0,0,0)&quot;}],&quot;parent&quot;:{&quot;type&quot;:&quot;FRAME&quot;,&quot;parentId&quot;:&quot;fe6ae323-7270-411c-892a-8de0b0779487&quot;,&quot;order&quot;:&quot;5&quot;}},&quot;052cb896-b68c-4a63-a51f-c5cf8832bc94&quot;:{&quot;id&quot;:&quot;052cb896-b68c-4a63-a51f-c5cf8832bc94&quot;,&quot;name&quot;:&quot;image.png&quot;,&quot;type&quot;:&quot;FIGURE_OBJECT&quot;,&quot;relativeTransform&quot;:{&quot;translate&quot;:{&quot;x&quot;:-363.6283500581727,&quot;y&quot;:-194.45634822353873},&quot;rotate&quot;:0,&quot;skewX&quot;:0,&quot;scale&quot;:{&quot;x&quot;:0.5915349327749331,&quot;y&quot;:0.5915349327749331}},&quot;image&quot;:{&quot;url&quot;:&quot;https://core.services.biorender.com/api/uploads/noredirect/69e651260c4592556e65298b/1776701734556_314743f3-4614-41da-aa2e-3089cb0c796c_icon.png&quot;,&quot;isPremium&quot;:false,&quot;isSignedURL&quot;:true,&quot;size&quot;:{&quot;x&quot;:300,&quot;y&quot;:421.6738197424893}},&quot;source&quot;:{&quot;id&quot;:&quot;69e651260c4592556e65298b&quot;,&quot;type&quot;:&quot;UPLOADS&quot;},&quot;isPremium&quot;:false,&quot;parent&quot;:{&quot;type&quot;:&quot;CHILD&quot;,&quot;parentId&quot;:&quot;fe6ae323-7270-411c-892a-8de0b0779487&quot;,&quot;order&quot;:&quot;5&quot;}},&quot;279ad749-2561-48e3-ac4f-54f5e17d9b68&quot;:{&quot;relativeTransform&quot;:{&quot;translate&quot;:{&quot;x&quot;:-38.371349131065784,&quot;y&quot;:-200.65945237116668},&quot;rotate&quot;:0,&quot;skewX&quot;:0,&quot;scale&quot;:{&quot;x&quot;:1,&quot;y&quot;:1}},&quot;type&quot;:&quot;FIGURE_OBJECT&quot;,&quot;id&quot;:&quot;279ad749-2561-48e3-ac4f-54f5e17d9b68&quot;,&quot;opacity&quot;:1,&quot;path&quot;:{&quot;type&quot;:&quot;POLY_LINE&quot;,&quot;points&quot;:[{&quot;x&quot;:-76.72860137618355,&quot;y&quot;:52.40496706284444},{&quot;x&quot;:-26.0597183357889,&quot;y&quot;:25.99853325194608},{&quot;x&quot;:8.46211353391832,&quot;y&quot;:53.48653019555253},{&quot;x&quot;:55.33148264696338,&quot;y&quot;:79.30589483829064},{&quot;x&quot;:82.5332313894811,&quot;y&quot;:55.68070476897549},{&quot;x&quot;:30.722348630962667,&quot;y&quot;:4.27509407556421},{&quot;x&quot;:30.722348630962667,&quot;y&quot;:-48.39967413569359},{&quot;x&quot;:-0.6551475412261297,&quot;y&quot;:-50.09656893441019},{&quot;x&quot;:-55.35098040367236,&quot;y&quot;:-34.52411063868762},{&quot;x&quot;:-69.69791080632483,&quot;y&quot;:22.164433232330644}],&quot;closed&quot;:true,&quot;cornerRounding&quot;:{&quot;type&quot;:&quot;ARC_LENGTH&quot;,&quot;global&quot;:534.3556235376666}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2.536503406211873,&quot;lineJoin&quot;:&quot;round&quot;}],&quot;isLocked&quot;:false,&quot;parent&quot;:{&quot;type&quot;:&quot;CHILD&quot;,&quot;parentId&quot;:&quot;fe6ae323-7270-411c-892a-8de0b0779487&quot;,&quot;order&quot;:&quot;52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28a8e446-610a-415a-b211-a806932bed28&quot;:{&quot;relativeTransform&quot;:{&quot;translate&quot;:{&quot;x&quot;:-89.2778194705275,&quot;y&quot;:-195.84351481175895},&quot;rotate&quot;:0,&quot;skewX&quot;:0,&quot;scale&quot;:{&quot;x&quot;:1,&quot;y&quot;:1}},&quot;type&quot;:&quot;FIGURE_OBJECT&quot;,&quot;id&quot;:&quot;28a8e446-610a-415a-b211-a806932bed28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55&quot;},&quot;name&quot;:&quot;Circle (line, editable)&quot;,&quot;displayName&quot;:&quot;Circle (line, editable)&quot;,&quot;source&quot;:{&quot;id&quot;:&quot;62584a486f50fac473995f6d&quot;,&quot;type&quot;:&quot;ASSETS&quot;},&quot;isPremium&quot;:false},&quot;da1a4896-669f-493b-a40b-9f2487e6ee59&quot;:{&quot;relativeTransform&quot;:{&quot;translate&quot;:{&quot;x&quot;:-76.59530243946814,&quot;y&quot;:-183.16099778069963},&quot;rotate&quot;:0,&quot;skewX&quot;:0,&quot;scale&quot;:{&quot;x&quot;:1,&quot;y&quot;:1}},&quot;type&quot;:&quot;FIGURE_OBJECT&quot;,&quot;id&quot;:&quot;da1a4896-669f-493b-a40b-9f2487e6ee59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6&quot;},&quot;name&quot;:&quot;Circle (line, editable)&quot;,&quot;displayName&quot;:&quot;Circle (line, editable)&quot;,&quot;source&quot;:{&quot;id&quot;:&quot;62584a486f50fac473995f6d&quot;,&quot;type&quot;:&quot;ASSETS&quot;},&quot;isPremium&quot;:false},&quot;21b3d4ae-d638-463e-8fe3-1bdb321d0f33&quot;:{&quot;relativeTransform&quot;:{&quot;translate&quot;:{&quot;x&quot;:-68.31967563341867,&quot;y&quot;:-222.41749496015947},&quot;rotate&quot;:0,&quot;skewX&quot;:0,&quot;scale&quot;:{&quot;x&quot;:1,&quot;y&quot;:1}},&quot;type&quot;:&quot;FIGURE_OBJECT&quot;,&quot;id&quot;:&quot;21b3d4ae-d638-463e-8fe3-1bdb321d0f33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62&quot;},&quot;name&quot;:&quot;Circle (line, editable)&quot;,&quot;displayName&quot;:&quot;Circle (line, editable)&quot;,&quot;source&quot;:{&quot;id&quot;:&quot;62584a486f50fac473995f6d&quot;,&quot;type&quot;:&quot;ASSETS&quot;},&quot;isPremium&quot;:false},&quot;023d4a76-6df2-42d8-84a4-c946d166dfb0&quot;:{&quot;relativeTransform&quot;:{&quot;translate&quot;:{&quot;x&quot;:-45.20114368000698,&quot;y&quot;:-199.78404529998204},&quot;rotate&quot;:0,&quot;skewX&quot;:0,&quot;scale&quot;:{&quot;x&quot;:1,&quot;y&quot;:1}},&quot;type&quot;:&quot;FIGURE_OBJECT&quot;,&quot;id&quot;:&quot;023d4a76-6df2-42d8-84a4-c946d166dfb0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65&quot;},&quot;name&quot;:&quot;Circle (line, editable)&quot;,&quot;displayName&quot;:&quot;Circle (line, editable)&quot;,&quot;source&quot;:{&quot;id&quot;:&quot;62584a486f50fac473995f6d&quot;,&quot;type&quot;:&quot;ASSETS&quot;},&quot;isPremium&quot;:false},&quot;2db8f3f0-8f4e-4c8d-9a04-ba98d54a8d30&quot;:{&quot;relativeTransform&quot;:{&quot;translate&quot;:{&quot;x&quot;:-41.25603090866112,&quot;y&quot;:-235.64266304510883},&quot;rotate&quot;:0,&quot;skewX&quot;:0,&quot;scale&quot;:{&quot;x&quot;:1,&quot;y&quot;:1}},&quot;type&quot;:&quot;FIGURE_OBJECT&quot;,&quot;id&quot;:&quot;2db8f3f0-8f4e-4c8d-9a04-ba98d54a8d30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7&quot;},&quot;name&quot;:&quot;Circle (line, editable)&quot;,&quot;displayName&quot;:&quot;Circle (line, editable)&quot;,&quot;source&quot;:{&quot;id&quot;:&quot;62584a486f50fac473995f6d&quot;,&quot;type&quot;:&quot;ASSETS&quot;},&quot;isPremium&quot;:false},&quot;f942856d-f29b-4ce8-b413-f8d16f006e9d&quot;:{&quot;relativeTransform&quot;:{&quot;translate&quot;:{&quot;x&quot;:-21.29234366117383,&quot;y&quot;:-186.90080873497763},&quot;rotate&quot;:0,&quot;skewX&quot;:0,&quot;scale&quot;:{&quot;x&quot;:1,&quot;y&quot;:1}},&quot;type&quot;:&quot;FIGURE_OBJECT&quot;,&quot;id&quot;:&quot;f942856d-f29b-4ce8-b413-f8d16f006e9d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72&quot;},&quot;name&quot;:&quot;Circle (line, editable)&quot;,&quot;displayName&quot;:&quot;Circle (line, editable)&quot;,&quot;source&quot;:{&quot;id&quot;:&quot;62584a486f50fac473995f6d&quot;,&quot;type&quot;:&quot;ASSETS&quot;},&quot;isPremium&quot;:false},&quot;d01d5b23-b09b-428d-8c8a-5376894b05ef&quot;:{&quot;relativeTransform&quot;:{&quot;translate&quot;:{&quot;x&quot;:8.379570541550684,&quot;y&quot;:-155.77266048896755},&quot;rotate&quot;:0,&quot;skewX&quot;:0,&quot;scale&quot;:{&quot;x&quot;:1,&quot;y&quot;:1}},&quot;type&quot;:&quot;FIGURE_OBJECT&quot;,&quot;id&quot;:&quot;d01d5b23-b09b-428d-8c8a-5376894b05ef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75&quot;},&quot;name&quot;:&quot;Circle (line, editable)&quot;,&quot;displayName&quot;:&quot;Circle (line, editable)&quot;,&quot;source&quot;:{&quot;id&quot;:&quot;62584a486f50fac473995f6d&quot;,&quot;type&quot;:&quot;ASSETS&quot;},&quot;isPremium&quot;:false},&quot;628009a4-e2d8-4b6e-8bf0-7ea7e2c2e87d&quot;:{&quot;relativeTransform&quot;:{&quot;translate&quot;:{&quot;x&quot;:-24.323873443124064,&quot;y&quot;:-164.0494015820072},&quot;rotate&quot;:0,&quot;skewX&quot;:0,&quot;scale&quot;:{&quot;x&quot;:1,&quot;y&quot;:1}},&quot;type&quot;:&quot;FIGURE_OBJECT&quot;,&quot;id&quot;:&quot;628009a4-e2d8-4b6e-8bf0-7ea7e2c2e87d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8&quot;},&quot;name&quot;:&quot;Circle (line, editable)&quot;,&quot;displayName&quot;:&quot;Circle (line, editable)&quot;,&quot;source&quot;:{&quot;id&quot;:&quot;62584a486f50fac473995f6d&quot;,&quot;type&quot;:&quot;ASSETS&quot;},&quot;isPremium&quot;:false},&quot;5b17416e-2f0e-4093-88c1-09d4b0620d61&quot;:{&quot;relativeTransform&quot;:{&quot;translate&quot;:{&quot;x&quot;:-17.46629258520702,&quot;y&quot;:-216.1692994771564},&quot;rotate&quot;:0,&quot;skewX&quot;:0,&quot;scale&quot;:{&quot;x&quot;:1,&quot;y&quot;:1}},&quot;type&quot;:&quot;FIGURE_OBJECT&quot;,&quot;id&quot;:&quot;5b17416e-2f0e-4093-88c1-09d4b0620d61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9&quot;},&quot;name&quot;:&quot;Circle (line, editable)&quot;,&quot;displayName&quot;:&quot;Circle (line, editable)&quot;,&quot;source&quot;:{&quot;id&quot;:&quot;62584a486f50fac473995f6d&quot;,&quot;type&quot;:&quot;ASSETS&quot;},&quot;isPremium&quot;:false},&quot;6924f84a-fb0f-4716-bd7c-0bda8d09e1c2&quot;:{&quot;id&quot;:&quot;6924f84a-fb0f-4716-bd7c-0bda8d09e1c2&quot;,&quot;type&quot;:&quot;FIGURE_OBJECT&quot;,&quot;relativeTransform&quot;:{&quot;translate&quot;:{&quot;x&quot;:-183.07500281752903,&quot;y&quot;:-142.7402371573867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9]}],&quot;text&quot;:&quot;synthesis &quot;,&quot;baseStyle&quot;:{&quot;fontFamily&quot;:&quot;Arial&quot;,&quot;fontSize&quot;:18.666666666666664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7]}],&quot;text&quot;:&quot;of Se-PS&quot;,&quot;baseStyle&quot;:{&quot;fontFamily&quot;:&quot;Arial&quot;,&quot;fontSize&quot;:18.666666666666664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fe6ae323-7270-411c-892a-8de0b0779487&quot;,&quot;order&quot;:&quot;999&quot;}},&quot;c1982579-2656-4d97-866e-f9dd3f4fbe67&quot;:{&quot;type&quot;:&quot;FIGURE_OBJECT&quot;,&quot;id&quot;:&quot;c1982579-2656-4d97-866e-f9dd3f4fbe67&quot;,&quot;relativeTransform&quot;:{&quot;translate&quot;:{&quot;x&quot;:-183.07527442428213,&quot;y&quot;:-194.4555201093249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fe6ae323-7270-411c-892a-8de0b0779487&quot;,&quot;order&quot;:&quot;9995&quot;},&quot;connectorInfo&quot;:{&quot;type&quot;:&quot;LINE&quot;,&quot;offset&quot;:{&quot;x&quot;:0,&quot;y&quot;:0},&quot;bending&quot;:0.1,&quot;customized&quot;:false}},&quot;84b93ed4-5797-4e11-a6be-7d9b08ecaed7&quot;:{&quot;id&quot;:&quot;84b93ed4-5797-4e11-a6be-7d9b08ecaed7&quot;,&quot;type&quot;:&quot;FIGURE_OBJECT&quot;,&quot;relativeTransform&quot;:{&quot;translate&quot;:{&quot;x&quot;:137.2531557485306,&quot;y&quot;:-142.74056639427533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58]}],&quot;text&quot;:&quot;cryomilling of bulk Se-PS into irregularly shaped particles&quot;}],&quot;_lastCaretLocation&quot;:{&quot;lineIndex&quot;:0,&quot;runIndex&quot;:0,&quot;charIndex&quot;:42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fe6ae323-7270-411c-892a-8de0b0779487&quot;,&quot;order&quot;:&quot;9996&quot;}},&quot;25192432-5517-4be2-a1a0-abf6f10388de&quot;:{&quot;type&quot;:&quot;FIGURE_OBJECT&quot;,&quot;id&quot;:&quot;25192432-5517-4be2-a1a0-abf6f10388de&quot;,&quot;relativeTransform&quot;:{&quot;translate&quot;:{&quot;x&quot;:137.18310196552798,&quot;y&quot;:-194.45545488262948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fe6ae323-7270-411c-892a-8de0b0779487&quot;,&quot;order&quot;:&quot;9997&quot;},&quot;connectorInfo&quot;:{&quot;type&quot;:&quot;LINE&quot;,&quot;offset&quot;:{&quot;x&quot;:0,&quot;y&quot;:0},&quot;bending&quot;:0.1,&quot;customized&quot;:false}},&quot;e02a032d-0970-42d0-8683-8e18f8b3de74&quot;:{&quot;id&quot;:&quot;e02a032d-0970-42d0-8683-8e18f8b3de74&quot;,&quot;name&quot;:&quot;Dry pulverizer (Covaris cryoPREP)&quot;,&quot;displayName&quot;:&quot;&quot;,&quot;type&quot;:&quot;FIGURE_OBJECT&quot;,&quot;relativeTransform&quot;:{&quot;translate&quot;:{&quot;x&quot;:137.18309436710638,&quot;y&quot;:-266.8592329958439},&quot;rotate&quot;:0,&quot;skewX&quot;:0,&quot;scale&quot;:{&quot;x&quot;:0.8298504833192201,&quot;y&quot;:0.8298504833192201}},&quot;image&quot;:{&quot;url&quot;:&quot;https://icons.cdn.biorender.com/biorender/61942652eacded0029996619/20211116220141/image/61942652eacded0029996619.png&quot;,&quot;isPremium&quot;:false,&quot;isOrgIcon&quot;:false,&quot;size&quot;:{&quot;x&quot;:150,&quot;y&quot;:126.0810810810811}},&quot;source&quot;:{&quot;id&quot;:&quot;61942652eacded0029996619&quot;,&quot;version&quot;:&quot;20211116220141&quot;,&quot;type&quot;:&quot;ASSETS&quot;},&quot;isPremium&quot;:false,&quot;parent&quot;:{&quot;type&quot;:&quot;CHILD&quot;,&quot;parentId&quot;:&quot;fe6ae323-7270-411c-892a-8de0b0779487&quot;,&quot;order&quot;:&quot;9998&quot;}},&quot;b443cb62-2319-476d-bc07-b291aecfa8ea&quot;:{&quot;relativeTransform&quot;:{&quot;translate&quot;:{&quot;x&quot;:322.8317680914471,&quot;y&quot;:-191.21045195125677},&quot;rotate&quot;:0,&quot;skewX&quot;:0,&quot;scale&quot;:{&quot;x&quot;:1,&quot;y&quot;:1}},&quot;type&quot;:&quot;FIGURE_OBJECT&quot;,&quot;id&quot;:&quot;b443cb62-2319-476d-bc07-b291aecfa8ea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fe6ae323-7270-411c-892a-8de0b0779487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b5ae58b2-b497-4dbf-8ffd-bf70fc537b55&quot;:{&quot;relativeTransform&quot;:{&quot;translate&quot;:{&quot;x&quot;:372.0258106464166,&quot;y&quot;:-239.04342313827703},&quot;rotate&quot;:0,&quot;skewX&quot;:0,&quot;scale&quot;:{&quot;x&quot;:1,&quot;y&quot;:1}},&quot;type&quot;:&quot;FIGURE_OBJECT&quot;,&quot;id&quot;:&quot;b5ae58b2-b497-4dbf-8ffd-bf70fc537b55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fe6ae323-7270-411c-892a-8de0b0779487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20203e72-60b4-4a5d-a5e1-c12a7c53a590&quot;:{&quot;relativeTransform&quot;:{&quot;translate&quot;:{&quot;x&quot;:276.3307464819228,&quot;y&quot;:-218.9763903357999},&quot;rotate&quot;:0,&quot;skewX&quot;:0,&quot;scale&quot;:{&quot;x&quot;:1,&quot;y&quot;:1}},&quot;type&quot;:&quot;FIGURE_OBJECT&quot;,&quot;id&quot;:&quot;20203e72-60b4-4a5d-a5e1-c12a7c53a590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fe6ae323-7270-411c-892a-8de0b0779487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4a75645c-79a8-4428-b61c-da63690c0e61&quot;:{&quot;relativeTransform&quot;:{&quot;translate&quot;:{&quot;x&quot;:318.7834590440923,&quot;y&quot;:-246.9462145591696},&quot;rotate&quot;:0,&quot;skewX&quot;:0,&quot;scale&quot;:{&quot;x&quot;:1,&quot;y&quot;:1}},&quot;type&quot;:&quot;FIGURE_OBJECT&quot;,&quot;id&quot;:&quot;4a75645c-79a8-4428-b61c-da63690c0e61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fe6ae323-7270-411c-892a-8de0b0779487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3e610076-1dfb-4668-a8ad-d007f35a190d&quot;:{&quot;relativeTransform&quot;:{&quot;translate&quot;:{&quot;x&quot;:271.24946474101654,&quot;y&quot;:-261.99615658049447},&quot;rotate&quot;:0,&quot;skewX&quot;:0,&quot;scale&quot;:{&quot;x&quot;:1,&quot;y&quot;:1}},&quot;type&quot;:&quot;FIGURE_OBJECT&quot;,&quot;id&quot;:&quot;3e610076-1dfb-4668-a8ad-d007f35a190d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fe6ae323-7270-411c-892a-8de0b0779487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8efe996a-be14-4e9e-a222-4c77797f6058&quot;:{&quot;relativeTransform&quot;:{&quot;translate&quot;:{&quot;x&quot;:271.9124039285682,&quot;y&quot;:-211.56577539489712},&quot;rotate&quot;:0,&quot;skewX&quot;:0,&quot;scale&quot;:{&quot;x&quot;:1,&quot;y&quot;:1}},&quot;type&quot;:&quot;FIGURE_OBJECT&quot;,&quot;id&quot;:&quot;8efe996a-be14-4e9e-a222-4c77797f6058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3aa1f5d3-16ec-4a05-9381-7afe81100308&quot;:{&quot;relativeTransform&quot;:{&quot;translate&quot;:{&quot;x&quot;:315.61582320816603,&quot;y&quot;:-188.1800202200214},&quot;rotate&quot;:0,&quot;skewX&quot;:0,&quot;scale&quot;:{&quot;x&quot;:1,&quot;y&quot;:1}},&quot;type&quot;:&quot;FIGURE_OBJECT&quot;,&quot;id&quot;:&quot;3aa1f5d3-16ec-4a05-9381-7afe81100308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d1966bb3-63b3-49bc-9075-7117d7cb6b77&quot;:{&quot;relativeTransform&quot;:{&quot;translate&quot;:{&quot;x&quot;:339.00157838304176,&quot;y&quot;:-178.4190515624299},&quot;rotate&quot;:0,&quot;skewX&quot;:0,&quot;scale&quot;:{&quot;x&quot;:1,&quot;y&quot;:1}},&quot;type&quot;:&quot;FIGURE_OBJECT&quot;,&quot;id&quot;:&quot;d1966bb3-63b3-49bc-9075-7117d7cb6b77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cd7d05ae-2d89-4693-9dbd-6160c1f74174&quot;:{&quot;relativeTransform&quot;:{&quot;translate&quot;:{&quot;x&quot;:359.51895744901555,&quot;y&quot;:-227.22076179491978},&quot;rotate&quot;:0,&quot;skewX&quot;:0,&quot;scale&quot;:{&quot;x&quot;:1,&quot;y&quot;:1}},&quot;type&quot;:&quot;FIGURE_OBJECT&quot;,&quot;id&quot;:&quot;cd7d05ae-2d89-4693-9dbd-6160c1f74174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8b924d1a-54ba-4329-a554-e46cff1205c6&quot;:{&quot;relativeTransform&quot;:{&quot;translate&quot;:{&quot;x&quot;:383.8608379935253,&quot;y&quot;:-230.36748562738703},&quot;rotate&quot;:0,&quot;skewX&quot;:0,&quot;scale&quot;:{&quot;x&quot;:1,&quot;y&quot;:1}},&quot;type&quot;:&quot;FIGURE_OBJECT&quot;,&quot;id&quot;:&quot;8b924d1a-54ba-4329-a554-e46cff1205c6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6b992ec8-6924-4b7c-b780-4b0bbe0a66c8&quot;:{&quot;relativeTransform&quot;:{&quot;translate&quot;:{&quot;x&quot;:388.7250230909044,&quot;y&quot;:-250.72446611326595},&quot;rotate&quot;:0,&quot;skewX&quot;:0,&quot;scale&quot;:{&quot;x&quot;:1,&quot;y&quot;:1}},&quot;type&quot;:&quot;FIGURE_OBJECT&quot;,&quot;id&quot;:&quot;6b992ec8-6924-4b7c-b780-4b0bbe0a66c8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bfce3582-0507-47a3-bf2d-55642751bd53&quot;:{&quot;relativeTransform&quot;:{&quot;translate&quot;:{&quot;x&quot;:323.66918157463687,&quot;y&quot;:-242.15865416771692},&quot;rotate&quot;:0,&quot;skewX&quot;:0,&quot;scale&quot;:{&quot;x&quot;:1,&quot;y&quot;:1}},&quot;type&quot;:&quot;FIGURE_OBJECT&quot;,&quot;id&quot;:&quot;bfce3582-0507-47a3-bf2d-55642751bd53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a7a104f4-7294-408c-8fd1-18f8a9d817f0&quot;:{&quot;relativeTransform&quot;:{&quot;translate&quot;:{&quot;x&quot;:354.67658703529315,&quot;y&quot;:-266.69673772802395},&quot;rotate&quot;:0,&quot;skewX&quot;:0,&quot;scale&quot;:{&quot;x&quot;:1,&quot;y&quot;:1}},&quot;type&quot;:&quot;FIGURE_OBJECT&quot;,&quot;id&quot;:&quot;a7a104f4-7294-408c-8fd1-18f8a9d817f0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fe6ae323-7270-411c-892a-8de0b0779487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de003a15-bb67-461b-8f93-03810f665a17&quot;:{&quot;relativeTransform&quot;:{&quot;translate&quot;:{&quot;x&quot;:354.67714488565537,&quot;y&quot;:-253.82836151507496},&quot;rotate&quot;:0,&quot;skewX&quot;:0,&quot;scale&quot;:{&quot;x&quot;:1,&quot;y&quot;:1}},&quot;type&quot;:&quot;FIGURE_OBJECT&quot;,&quot;id&quot;:&quot;de003a15-bb67-461b-8f93-03810f665a17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fe6ae323-7270-411c-892a-8de0b0779487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c69bac25-873b-4ca1-a5e4-94c1c3829933&quot;:{&quot;relativeTransform&quot;:{&quot;translate&quot;:{&quot;x&quot;:367.4022075704724,&quot;y&quot;:-203.9101273328562},&quot;rotate&quot;:0,&quot;skewX&quot;:0,&quot;scale&quot;:{&quot;x&quot;:1,&quot;y&quot;:1}},&quot;type&quot;:&quot;FIGURE_OBJECT&quot;,&quot;id&quot;:&quot;c69bac25-873b-4ca1-a5e4-94c1c3829933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fe6ae323-7270-411c-892a-8de0b0779487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b190ce8b-4186-4741-bf99-27f537043223&quot;:{&quot;type&quot;:&quot;FIGURE_OBJECT&quot;,&quot;id&quot;:&quot;b190ce8b-4186-4741-bf99-27f537043223&quot;,&quot;relativeTransform&quot;:{&quot;translate&quot;:{&quot;x&quot;:6.298531972822104,&quot;y&quot;:3.4422736638123297},&quot;rotate&quot;:0,&quot;skewX&quot;:0,&quot;scale&quot;:{&quot;x&quot;:1,&quot;y&quot;:1}},&quot;opacity&quot;:1,&quot;path&quot;:{&quot;type&quot;:&quot;POLY_LINE&quot;,&quot;points&quot;:[{&quot;x&quot;:379.5501704661092,&quot;y&quot;:-122.52745743275295},{&quot;x&quot;:428.48599868105094,&quot;y&quot;:-15.04542243381729},{&quot;x&quot;:409.2744773342734,&quot;y&quot;:76.06175223139319},{&quot;x&quot;:376.1307978125976,&quot;y&quot;:154.44158703271592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fe6ae323-7270-411c-892a-8de0b0779487&quot;,&quot;order&quot;:&quot;99999998&quot;},&quot;connectorInfo&quot;:{&quot;type&quot;:&quot;QUADRATIC&quot;,&quot;offset&quot;:{&quot;x&quot;:0,&quot;y&quot;:0},&quot;bending&quot;:0.1,&quot;customized&quot;:true}},&quot;cca45015-070f-4a7d-a257-5723c62128ec&quot;:{&quot;relativeTransform&quot;:{&quot;translate&quot;:{&quot;x&quot;:461.12446460221685,&quot;y&quot;:-104.24106735556705},&quot;rotate&quot;:0,&quot;skewX&quot;:0,&quot;scale&quot;:{&quot;x&quot;:1,&quot;y&quot;:1}},&quot;type&quot;:&quot;FIGURE_OBJECT&quot;,&quot;id&quot;:&quot;cca45015-070f-4a7d-a257-5723c62128ec&quot;,&quot;parent&quot;:{&quot;type&quot;:&quot;CHILD&quot;,&quot;parentId&quot;:&quot;fe6ae323-7270-411c-892a-8de0b0779487&quot;,&quot;order&quot;:&quot;99999999&quot;},&quot;name&quot;:&quot;Centrifugation (falcon tube with 1/2 liquid into centrifuge)&quot;,&quot;displayName&quot;:&quot;Centrifugation (falcon tube with 1/2 liquid into centrifuge)&quot;,&quot;source&quot;:{&quot;id&quot;:&quot;606df78aa5a2b400a04308cd&quot;,&quot;type&quot;:&quot;ASSETS&quot;},&quot;isPremium&quot;:true},&quot;13c8c774-52cc-4c92-8d3c-6ea2150dc9f5&quot;:{&quot;type&quot;:&quot;FIGURE_OBJECT&quot;,&quot;id&quot;:&quot;13c8c774-52cc-4c92-8d3c-6ea2150dc9f5&quot;,&quot;name&quot;:&quot;Centrifuge (full)&quot;,&quot;relativeTransform&quot;:{&quot;translate&quot;:{&quot;x&quot;:-128.1065031449059,&quot;y&quot;:105.91916524200667},&quot;rotate&quot;:0,&quot;skewX&quot;:0,&quot;scale&quot;:{&quot;x&quot;:0.25412427123168513,&quot;y&quot;:0.25412427123168513}},&quot;opacity&quot;:1,&quot;image&quot;:{&quot;url&quot;:&quot;https://icons.biorender.com/biorender/5d38624fef208400046a7956/20190724135232/image/centrifuge-full.png&quot;,&quot;fallbackUrl&quot;:&quot;https://res.cloudinary.com/dlcjuc3ej/image/upload/v1563976352/as6unpq4gu6ddghbhc6t.svg#/keystone/api/icons/5d38624fef208400046a7956/20190724135232/image/centrifuge-full.svg&quot;,&quot;size&quot;:{&quot;x&quot;:381,&quot;y&quot;:424},&quot;isPremium&quot;:false,&quot;isPacked&quot;:true},&quot;source&quot;:{&quot;id&quot;:&quot;5d38624fef208400046a7956&quot;,&quot;type&quot;:&quot;ASSETS&quot;},&quot;pathStyles&quot;:[{&quot;type&quot;:&quot;FILL&quot;,&quot;fillStyle&quot;:&quot;rgb(0,0,0)&quot;}],&quot;isLocked&quot;:false,&quot;parent&quot;:{&quot;type&quot;:&quot;CHILD&quot;,&quot;parentId&quot;:&quot;cca45015-070f-4a7d-a257-5723c62128ec&quot;,&quot;order&quot;:&quot;2&quot;}},&quot;d028c687-fb0a-4424-ab9f-f273526668d0&quot;:{&quot;type&quot;:&quot;FIGURE_OBJECT&quot;,&quot;id&quot;:&quot;d028c687-fb0a-4424-ab9f-f273526668d0&quot;,&quot;relativeTransform&quot;:{&quot;translate&quot;:{&quot;x&quot;:-172.88282817880787,&quot;y&quot;:88.47958771167774},&quot;rotate&quot;:0},&quot;opacity&quot;:1,&quot;path&quot;:{&quot;type&quot;:&quot;POLY_LINE&quot;,&quot;points&quot;:[{&quot;x&quot;:-18.282314716435323,&quot;y&quot;:-13.00857008669435},{&quot;x&quot;:4.239705505497501,&quot;y&quot;:-5.95850503475325},{&quot;x&quot;:18.282314716435323,&quot;y&quot;:13.00857008669440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1.9364269467854407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ca45015-070f-4a7d-a257-5723c62128ec&quot;,&quot;order&quot;:&quot;5&quot;}},&quot;27ab76a7-7227-4af5-9fb2-32dd9e622550&quot;:{&quot;type&quot;:&quot;FIGURE_OBJECT&quot;,&quot;id&quot;:&quot;27ab76a7-7227-4af5-9fb2-32dd9e622550&quot;,&quot;parent&quot;:{&quot;type&quot;:&quot;CHILD&quot;,&quot;parentId&quot;:&quot;cca45015-070f-4a7d-a257-5723c62128ec&quot;,&quot;order&quot;:&quot;7&quot;},&quot;relativeTransform&quot;:{&quot;translate&quot;:{&quot;x&quot;:-181.15387303835553,&quot;y&quot;:62.137605249079705},&quot;rotate&quot;:0}},&quot;71515aef-0089-4e2f-9cd3-8a1177c3e66d&quot;:{&quot;id&quot;:&quot;71515aef-0089-4e2f-9cd3-8a1177c3e66d&quot;,&quot;name&quot;:&quot;Falcon tube (50mL, 1/2 liquid)&quot;,&quot;type&quot;:&quot;FIGURE_OBJECT&quot;,&quot;relativeTransform&quot;:{&quot;translate&quot;:{&quot;x&quot;:-19.055939969196505,&quot;y&quot;:20.440236456514555},&quot;rotate&quot;:0,&quot;skewX&quot;:0,&quot;scale&quot;:{&quot;x&quot;:0.2735060027579831,&quot;y&quot;:0.2735060027579831}},&quot;image&quot;:{&quot;url&quot;:&quot;https://icons.biorender.com/biorender/606c7350c6644b0028d7d251/20210406144412/image/falcon-tube-50-ml-1-2-liquid.png&quot;,&quot;fallbackUrl&quot;:&quot;https://res.cloudinary.com/dlcjuc3ej/image/upload/v1617720252/kejk6pnwrn9mjvtua5ju.svg#/keystone/api/icons/606c7350c6644b0028d7d251/20210406144412/image/falcon-tube-50-ml-1-2-liquid.svg&quot;,&quot;isPremium&quot;:false,&quot;isPacked&quot;:true,&quot;size&quot;:{&quot;x&quot;:75,&quot;y&quot;:243.57142857142858}},&quot;source&quot;:{&quot;id&quot;:&quot;606c7350c6644b0028d7d251&quot;,&quot;type&quot;:&quot;ASSETS&quot;},&quot;parent&quot;:{&quot;type&quot;:&quot;CHILD&quot;,&quot;parentId&quot;:&quot;27ab76a7-7227-4af5-9fb2-32dd9e622550&quot;,&quot;order&quot;:&quot;2&quot;}},&quot;01279c8a-83b1-46cd-bf57-f83cb4beb2a6&quot;:{&quot;id&quot;:&quot;01279c8a-83b1-46cd-bf57-f83cb4beb2a6&quot;,&quot;name&quot;:&quot;Screw cap 1&quot;,&quot;type&quot;:&quot;FIGURE_OBJECT&quot;,&quot;relativeTransform&quot;:{&quot;translate&quot;:{&quot;x&quot;:-19.055887911003417,&quot;y&quot;:-5.375234703968376},&quot;rotate&quot;:0,&quot;skewX&quot;:0,&quot;scale&quot;:{&quot;x&quot;:0.441690864971708,&quot;y&quot;:0.441690864971708}},&quot;image&quot;:{&quot;url&quot;:&quot;https://icons.biorender.com/biorender/5f0769b39d890700268f57af/20200709190333/image/screw-cap-1.png&quot;,&quot;fallbackUrl&quot;:&quot;https://res.cloudinary.com/dlcjuc3ej/image/upload/v1594321413/yim6f1jzzsm0kkdia3wg.svg#/keystone/api/icons/5f0769b39d890700268f57af/20200709190333/image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27ab76a7-7227-4af5-9fb2-32dd9e622550&quot;,&quot;order&quot;:&quot;5&quot;},&quot;opacity&quot;:1},&quot;936d6c29-5451-42c6-9aad-fcfa0618ee9c&quot;:{&quot;id&quot;:&quot;936d6c29-5451-42c6-9aad-fcfa0618ee9c&quot;,&quot;type&quot;:&quot;FIGURE_OBJECT&quot;,&quot;relativeTransform&quot;:{&quot;translate&quot;:{&quot;x&quot;:315.650811990292,&quot;y&quot;:94.3341186099968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33]}],&quot;text&quot;:&quot;centrifugation for size separation&quot;}],&quot;_lastCaretLocation&quot;:{&quot;lineIndex&quot;:0,&quot;runIndex&quot;:-1,&quot;charIndex&quot;:-1,&quot;endOfLine&quot;:true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fe6ae323-7270-411c-892a-8de0b0779487&quot;,&quot;order&quot;:&quot;999999995&quot;}},&quot;665eab11-a0b0-4d13-81da-a56bdd9a063e&quot;:{&quot;id&quot;:&quot;665eab11-a0b0-4d13-81da-a56bdd9a063e&quot;,&quot;name&quot;:&quot;Daphnia magna&quot;,&quot;displayName&quot;:&quot;&quot;,&quot;type&quot;:&quot;FIGURE_OBJECT&quot;,&quot;relativeTransform&quot;:{&quot;translate&quot;:{&quot;x&quot;:249.31069681384093,&quot;y&quot;:235.1510496246841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860afcf6-1f0f-45c2-818f-c59e697553c0&quot;,&quot;order&quot;:&quot;2&quot;}},&quot;494b0417-d3d0-43cc-8de0-46505f80cd5c&quot;:{&quot;id&quot;:&quot;494b0417-d3d0-43cc-8de0-46505f80cd5c&quot;,&quot;name&quot;:&quot;Beaker (small, full)&quot;,&quot;displayName&quot;:&quot;Small beaker (full)&quot;,&quot;type&quot;:&quot;FIGURE_OBJECT&quot;,&quot;relativeTransform&quot;:{&quot;translate&quot;:{&quot;x&quot;:263.18438275360575,&quot;y&quot;:224.2213027975049},&quot;rotate&quot;:0,&quot;skewX&quot;:0,&quot;scale&quot;:{&quot;x&quot;:1,&quot;y&quot;:1}},&quot;image&quot;:{&quot;url&quot;:&quot;https://icons.cdn.biorender.com/biorender/5f232cd924a05b0028e8a35a/20220614182522/image/5f232cd924a05b0028e8a35a.png&quot;,&quot;isPremium&quot;:false,&quot;isOrgIcon&quot;:false,&quot;size&quot;:{&quot;x&quot;:100,&quot;y&quot;:130.67484662576686}},&quot;source&quot;:{&quot;id&quot;:&quot;5f232cd924a05b0028e8a35a&quot;,&quot;version&quot;:&quot;20220614182522&quot;,&quot;type&quot;:&quot;ASSETS&quot;},&quot;isPremium&quot;:false,&quot;parent&quot;:{&quot;type&quot;:&quot;CHILD&quot;,&quot;parentId&quot;:&quot;860afcf6-1f0f-45c2-818f-c59e697553c0&quot;,&quot;order&quot;:&quot;1&quot;}},&quot;af9df62c-cb4b-4e17-85c0-a86580550b3f&quot;:{&quot;id&quot;:&quot;af9df62c-cb4b-4e17-85c0-a86580550b3f&quot;,&quot;name&quot;:&quot;Daphnia magna&quot;,&quot;displayName&quot;:&quot;&quot;,&quot;type&quot;:&quot;FIGURE_OBJECT&quot;,&quot;relativeTransform&quot;:{&quot;translate&quot;:{&quot;x&quot;:279.726914188869,&quot;y&quot;:249.46986483863236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860afcf6-1f0f-45c2-818f-c59e697553c0&quot;,&quot;order&quot;:&quot;5&quot;}},&quot;992ece57-6621-4793-9d94-19ba839cee39&quot;:{&quot;id&quot;:&quot;992ece57-6621-4793-9d94-19ba839cee39&quot;,&quot;name&quot;:&quot;Daphnia magna&quot;,&quot;displayName&quot;:&quot;&quot;,&quot;type&quot;:&quot;FIGURE_OBJECT&quot;,&quot;relativeTransform&quot;:{&quot;translate&quot;:{&quot;x&quot;:249.31124030900406,&quot;y&quot;:262.61082135786745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860afcf6-1f0f-45c2-818f-c59e697553c0&quot;,&quot;order&quot;:&quot;7&quot;}},&quot;860afcf6-1f0f-45c2-818f-c59e697553c0&quot;:{&quot;type&quot;:&quot;FIGURE_OBJECT&quot;,&quot;id&quot;:&quot;860afcf6-1f0f-45c2-818f-c59e697553c0&quot;,&quot;parent&quot;:{&quot;type&quot;:&quot;CHILD&quot;,&quot;parentId&quot;:&quot;fe6ae323-7270-411c-892a-8de0b0779487&quot;,&quot;order&quot;:&quot;999999999&quot;},&quot;relativeTransform&quot;:{&quot;translate&quot;:{&quot;x&quot;:21.41583333241789,&quot;y&quot;:-45.64433771898513},&quot;rotate&quot;:0,&quot;skewX&quot;:0,&quot;scale&quot;:{&quot;x&quot;:1,&quot;y&quot;:1}}},&quot;f80e103b-6289-4b21-a9b4-88714d2ab360&quot;:{&quot;id&quot;:&quot;f80e103b-6289-4b21-a9b4-88714d2ab360&quot;,&quot;type&quot;:&quot;FIGURE_OBJECT&quot;,&quot;relativeTransform&quot;:{&quot;translate&quot;:{&quot;x&quot;:10.346825772052107,&quot;y&quot;:282.697019551588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43]}],&quot;text&quot;:&quot;obtaining histological slices using cryotome&quot;}],&quot;_lastCaretLocation&quot;:{&quot;lineIndex&quot;:0,&quot;runIndex&quot;:-1,&quot;charIndex&quot;:-1,&quot;endOfLine&quot;:true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fe6ae323-7270-411c-892a-8de0b0779487&quot;,&quot;order&quot;:&quot;9999999992&quot;}},&quot;f7de4aa8-3a99-4053-84db-8d7de330cbde&quot;:{&quot;type&quot;:&quot;FIGURE_OBJECT&quot;,&quot;id&quot;:&quot;f7de4aa8-3a99-4053-84db-8d7de330cbde&quot;,&quot;relativeTransform&quot;:{&quot;translate&quot;:{&quot;x&quot;:10.346739961860742,&quot;y&quot;:231.55631088777162},&quot;rotate&quot;:-2.4492935982947064e-16,&quot;skewX&quot;:0,&quot;scale&quot;:{&quot;x&quot;:1,&quot;y&quot;:1}},&quot;opacity&quot;:1,&quot;path&quot;:{&quot;type&quot;:&quot;POLY_LINE&quot;,&quot;points&quot;:[{&quot;x&quot;:73.80960730551733,&quot;y&quot;:0},{&quot;x&quot;:-73.8096073055173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fe6ae323-7270-411c-892a-8de0b0779487&quot;,&quot;order&quot;:&quot;9999999995&quot;},&quot;connectorInfo&quot;:{&quot;type&quot;:&quot;LINE&quot;,&quot;offset&quot;:{&quot;x&quot;:0,&quot;y&quot;:0},&quot;bending&quot;:0.1,&quot;customized&quot;:false}},&quot;08e7f530-3932-4875-b0ee-52749542d938&quot;:{&quot;id&quot;:&quot;08e7f530-3932-4875-b0ee-52749542d938&quot;,&quot;name&quot;:&quot;Cryostat&quot;,&quot;displayName&quot;:&quot;&quot;,&quot;type&quot;:&quot;FIGURE_OBJECT&quot;,&quot;relativeTransform&quot;:{&quot;translate&quot;:{&quot;x&quot;:20.256646608717595,&quot;y&quot;:157.50461542076357},&quot;rotate&quot;:0,&quot;skewX&quot;:0,&quot;scale&quot;:{&quot;x&quot;:0.3901023015612867,&quot;y&quot;:0.3901023015612867}},&quot;image&quot;:{&quot;url&quot;:&quot;https://icons.cdn.biorender.com/biorender/5e1e1337a5377000288809a5/20200114192834/image/5e1e1337a5377000288809a5.png&quot;,&quot;isPremium&quot;:false,&quot;isOrgIcon&quot;:false,&quot;size&quot;:{&quot;x&quot;:250,&quot;y&quot;:316.29392971246006}},&quot;source&quot;:{&quot;id&quot;:&quot;5e1e1337a5377000288809a5&quot;,&quot;version&quot;:&quot;20200114192834&quot;,&quot;type&quot;:&quot;ASSETS&quot;},&quot;isPremium&quot;:false,&quot;parent&quot;:{&quot;type&quot;:&quot;CHILD&quot;,&quot;parentId&quot;:&quot;fe6ae323-7270-411c-892a-8de0b0779487&quot;,&quot;order&quot;:&quot;9999999997&quot;}},&quot;5af7b6cd-daec-4e86-ba4c-868a079ced82&quot;:{&quot;id&quot;:&quot;5af7b6cd-daec-4e86-ba4c-868a079ced82&quot;,&quot;name&quot;:&quot;Mass Spectrometry (timsTOF SCP)&quot;,&quot;displayName&quot;:&quot;&quot;,&quot;type&quot;:&quot;FIGURE_OBJECT&quot;,&quot;relativeTransform&quot;:{&quot;translate&quot;:{&quot;x&quot;:-375.2812296437022,&quot;y&quot;:73.48730140634053},&quot;rotate&quot;:0,&quot;skewX&quot;:0,&quot;scale&quot;:{&quot;x&quot;:0.3010138616296726,&quot;y&quot;:0.3010138616296726}},&quot;image&quot;:{&quot;url&quot;:&quot;https://icons.cdn.biorender.com/biorender/655b75bc1fe354744149862d/20231120150622/image/655b75bc1fe354744149862d.png&quot;,&quot;isPremium&quot;:false,&quot;isOrgIcon&quot;:false,&quot;size&quot;:{&quot;x&quot;:200,&quot;y&quot;:313.13131313131316}},&quot;source&quot;:{&quot;id&quot;:&quot;655b75bc1fe354744149862d&quot;,&quot;version&quot;:&quot;20231120150622&quot;,&quot;type&quot;:&quot;ASSETS&quot;},&quot;isPremium&quot;:false,&quot;parent&quot;:{&quot;type&quot;:&quot;CHILD&quot;,&quot;parentId&quot;:&quot;fe6ae323-7270-411c-892a-8de0b0779487&quot;,&quot;order&quot;:&quot;99999999995&quot;}},&quot;022f2a48-9f25-49e9-b77d-f136b8dcfb9d&quot;:{&quot;type&quot;:&quot;FIGURE_OBJECT&quot;,&quot;id&quot;:&quot;022f2a48-9f25-49e9-b77d-f136b8dcfb9d&quot;,&quot;parent&quot;:{&quot;type&quot;:&quot;CHILD&quot;,&quot;parentId&quot;:&quot;f8473bc2-2585-41f7-b8c6-7cebe7ec4006&quot;,&quot;order&quot;:&quot;2&quot;},&quot;relativeTransform&quot;:{&quot;translate&quot;:{&quot;x&quot;:-232.25363456687194,&quot;y&quot;:197.77159423777783},&quot;rotate&quot;:0}},&quot;f13b177b-d107-4182-871b-882328ab6e6d&quot;:{&quot;type&quot;:&quot;FIGURE_OBJECT&quot;,&quot;id&quot;:&quot;f13b177b-d107-4182-871b-882328ab6e6d&quot;,&quot;parent&quot;:{&quot;type&quot;:&quot;CHILD&quot;,&quot;parentId&quot;:&quot;022f2a48-9f25-49e9-b77d-f136b8dcfb9d&quot;,&quot;order&quot;:&quot;05&quot;},&quot;relativeTransform&quot;:{&quot;translate&quot;:{&quot;x&quot;:-7.671855547357127,&quot;y&quot;:-9.031455782762126},&quot;rotate&quot;:0}},&quot;aae21570-c909-4859-81a2-8d2d55300fa4&quot;:{&quot;id&quot;:&quot;aae21570-c909-4859-81a2-8d2d55300fa4&quot;,&quot;name&quot;:&quot;Light-sheet fluorescence microscope (UltraMicroscope II)&quot;,&quot;displayName&quot;:&quot;&quot;,&quot;type&quot;:&quot;FIGURE_OBJECT&quot;,&quot;relativeTransform&quot;:{&quot;translate&quot;:{&quot;x&quot;:57.11785549098211,&quot;y&quot;:-85.39339079961405},&quot;rotate&quot;:0,&quot;skewX&quot;:0,&quot;scale&quot;:{&quot;x&quot;:0.24409339953411155,&quot;y&quot;:0.24409339953411152}},&quot;image&quot;:{&quot;url&quot;:&quot;https://icons.cdn.biorender.com/biorender/5ca7be86117774330009997b/20190405204650/image/5ca7be86117774330009997b.png&quot;,&quot;isPremium&quot;:true,&quot;isOrgIcon&quot;:false,&quot;size&quot;:{&quot;x&quot;:200,&quot;y&quot;:295.76271186440675}},&quot;source&quot;:{&quot;id&quot;:&quot;5ca7be86117774330009997b&quot;,&quot;version&quot;:&quot;20190405204650&quot;,&quot;type&quot;:&quot;ASSETS&quot;},&quot;isPremium&quot;:true,&quot;parent&quot;:{&quot;type&quot;:&quot;CHILD&quot;,&quot;parentId&quot;:&quot;f13b177b-d107-4182-871b-882328ab6e6d&quot;,&quot;order&quot;:&quot;5&quot;}},&quot;1666e392-411f-40c9-afea-e2543cc4b449&quot;:{&quot;type&quot;:&quot;FIGURE_OBJECT&quot;,&quot;id&quot;:&quot;1666e392-411f-40c9-afea-e2543cc4b449&quot;,&quot;parent&quot;:{&quot;type&quot;:&quot;CROP&quot;,&quot;parentId&quot;:&quot;f13b177b-d107-4182-871b-882328ab6e6d&quot;,&quot;order&quot;:&quot;5&quot;},&quot;relativeTransform&quot;:{&quot;translate&quot;:{&quot;x&quot;:49.82556517990052,&quot;y&quot;:-111.26729115022988},&quot;rotate&quot;:0,&quot;skewX&quot;:0,&quot;scale&quot;:{&quot;x&quot;:7.048196911547472,&quot;y&quot;:10.222962546589649}},&quot;path&quot;:{&quot;type&quot;:&quot;RECT&quot;,&quot;size&quot;:{&quot;x&quot;:2,&quot;y&quot;:2}},&quot;pathStyles&quot;:[{&quot;type&quot;:&quot;FILL&quot;,&quot;fillStyle&quot;:&quot;#fff&quot;}],&quot;isFrozen&quot;:true},&quot;a416eff3-e8bc-4270-81ec-d26628c4616d&quot;:{&quot;type&quot;:&quot;FIGURE_OBJECT&quot;,&quot;id&quot;:&quot;a416eff3-e8bc-4270-81ec-d26628c4616d&quot;,&quot;relativeTransform&quot;:{&quot;translate&quot;:{&quot;x&quot;:61.0233498835279,&quot;y&quot;:-86.76495161159622},&quot;rotate&quot;:0},&quot;opacity&quot;:1,&quot;path&quot;:{&quot;type&quot;:&quot;RECT&quot;,&quot;size&quot;:{&quot;x&quot;:71.27527266396058,&quot;y&quot;:46.133652511947076},&quot;cornerRounding&quot;:{&quot;type&quot;:&quot;ARC_LENGTH&quot;,&quot;global&quot;:3.834210153830615}},&quot;pathStyles&quot;:[{&quot;type&quot;:&quot;FILL&quot;,&quot;fillStyle&quot;:&quot;rgba(187,187,188,1)&quot;},{&quot;type&quot;:&quot;STROKE&quot;,&quot;strokeStyle&quot;:&quot;rgba(23,23,23,1)&quot;,&quot;lineWidth&quot;:0.4881867990682231,&quot;lineJoin&quot;:&quot;round&quot;}],&quot;isLocked&quot;:false,&quot;parent&quot;:{&quot;type&quot;:&quot;CHILD&quot;,&quot;parentId&quot;:&quot;022f2a48-9f25-49e9-b77d-f136b8dcfb9d&quot;,&quot;order&quot;:&quot;1&quot;}},&quot;4896c0dc-267f-4cfe-9f94-b6e98e21f1da&quot;:{&quot;type&quot;:&quot;FIGURE_OBJECT&quot;,&quot;id&quot;:&quot;4896c0dc-267f-4cfe-9f94-b6e98e21f1da&quot;,&quot;relativeTransform&quot;:{&quot;translate&quot;:{&quot;x&quot;:44.767095614655354,&quot;y&quot;:-87.98554065596656},&quot;rotate&quot;:0},&quot;opacity&quot;:1,&quot;path&quot;:{&quot;type&quot;:&quot;RECT&quot;,&quot;size&quot;:{&quot;x&quot;:22.71752860124022,&quot;y&quot;:22.95234645159203},&quot;cornerRounding&quot;:{&quot;type&quot;:&quot;ARC_LENGTH&quot;,&quot;global&quot;:3.834210153830615}},&quot;pathStyles&quot;:[{&quot;type&quot;:&quot;FILL&quot;,&quot;fillStyle&quot;:&quot;rgba(234,234,234,1)&quot;},{&quot;type&quot;:&quot;STROKE&quot;,&quot;strokeStyle&quot;:&quot;rgba(23,23,23,1)&quot;,&quot;lineWidth&quot;:0.4881867990682231,&quot;lineJoin&quot;:&quot;round&quot;}],&quot;isLocked&quot;:false,&quot;parent&quot;:{&quot;type&quot;:&quot;CHILD&quot;,&quot;parentId&quot;:&quot;022f2a48-9f25-49e9-b77d-f136b8dcfb9d&quot;,&quot;order&quot;:&quot;2&quot;}},&quot;21297b9d-239a-453c-950a-dde033e00a94&quot;:{&quot;type&quot;:&quot;FIGURE_OBJECT&quot;,&quot;id&quot;:&quot;21297b9d-239a-453c-950a-dde033e00a94&quot;,&quot;relativeTransform&quot;:{&quot;translate&quot;:{&quot;x&quot;:44.766973567955596,&quot;y&quot;:-95.53388494315944},&quot;rotate&quot;:0},&quot;opacity&quot;:1,&quot;path&quot;:{&quot;type&quot;:&quot;RECT&quot;,&quot;size&quot;:{&quot;x&quot;:10.190899430549145,&quot;y&quot;:1.5028830609315074},&quot;cornerRounding&quot;:{&quot;type&quot;:&quot;ARC_LENGTH&quot;,&quot;global&quot;:3.834210153830615}},&quot;pathStyles&quot;:[{&quot;type&quot;:&quot;FILL&quot;,&quot;fillStyle&quot;:&quot;rgba(234,234,234,1)&quot;},{&quot;type&quot;:&quot;STROKE&quot;,&quot;strokeStyle&quot;:&quot;rgba(23,23,23,1)&quot;,&quot;lineWidth&quot;:0.4881867990682231,&quot;lineJoin&quot;:&quot;round&quot;}],&quot;isLocked&quot;:false,&quot;parent&quot;:{&quot;type&quot;:&quot;CHILD&quot;,&quot;parentId&quot;:&quot;022f2a48-9f25-49e9-b77d-f136b8dcfb9d&quot;,&quot;order&quot;:&quot;3&quot;}},&quot;6e79e61d-28e3-47cc-8684-96e0cda5f921&quot;:{&quot;type&quot;:&quot;FIGURE_OBJECT&quot;,&quot;id&quot;:&quot;6e79e61d-28e3-47cc-8684-96e0cda5f921&quot;,&quot;relativeTransform&quot;:{&quot;translate&quot;:{&quot;x&quot;:61.0233498835279,&quot;y&quot;:-68.15282989712023},&quot;rotate&quot;:0},&quot;opacity&quot;:1,&quot;path&quot;:{&quot;type&quot;:&quot;RECT&quot;,&quot;size&quot;:{&quot;x&quot;:71.27527266396058,&quot;y&quot;:8.909409082995078},&quot;cornerRounding&quot;:{&quot;type&quot;:&quot;ARC_LENGTH&quot;,&quot;global&quot;:3.834210153830615}},&quot;pathStyles&quot;:[{&quot;type&quot;:&quot;FILL&quot;,&quot;fillStyle&quot;:&quot;rgba(70,69,70,1)&quot;},{&quot;type&quot;:&quot;STROKE&quot;,&quot;strokeStyle&quot;:&quot;rgba(70,69,70,1)&quot;,&quot;lineWidth&quot;:0.4881867990682231,&quot;lineJoin&quot;:&quot;round&quot;}],&quot;isLocked&quot;:false,&quot;parent&quot;:{&quot;type&quot;:&quot;CHILD&quot;,&quot;parentId&quot;:&quot;022f2a48-9f25-49e9-b77d-f136b8dcfb9d&quot;,&quot;order&quot;:&quot;5&quot;}},&quot;d0d7543a-67c3-465e-b13f-f04b72843dac&quot;:{&quot;type&quot;:&quot;FIGURE_OBJECT&quot;,&quot;id&quot;:&quot;d0d7543a-67c3-465e-b13f-f04b72843dac&quot;,&quot;relativeTransform&quot;:{&quot;translate&quot;:{&quot;x&quot;:61.051437731111086,&quot;y&quot;:-73.08612553979759},&quot;rotate&quot;:0},&quot;opacity&quot;:1,&quot;path&quot;:{&quot;type&quot;:&quot;RECT&quot;,&quot;size&quot;:{&quot;x&quot;:70.7309101697259,&quot;y&quot;:5.870110182609425},&quot;cornerRounding&quot;:{&quot;type&quot;:&quot;ARC_LENGTH&quot;,&quot;global&quot;:0},&quot;selectedObjectIds&quot;:[&quot;0a1a5649-3517-4ba3-98e6-20f620b9a7cc&quot;]},&quot;pathStyles&quot;:[{&quot;type&quot;:&quot;FILL&quot;,&quot;fillStyle&quot;:&quot;rgba(187,187,188,1)&quot;},{&quot;type&quot;:&quot;STROKE&quot;,&quot;strokeStyle&quot;:&quot;rgba(0,0,0,0)&quot;,&quot;lineWidth&quot;:0.4881867990682231,&quot;lineJoin&quot;:&quot;round&quot;}],&quot;isLocked&quot;:false,&quot;parent&quot;:{&quot;type&quot;:&quot;CHILD&quot;,&quot;parentId&quot;:&quot;022f2a48-9f25-49e9-b77d-f136b8dcfb9d&quot;,&quot;order&quot;:&quot;6&quot;}},&quot;30d6547a-d07a-4078-ac85-977fc007d2da&quot;:{&quot;type&quot;:&quot;FIGURE_OBJECT&quot;,&quot;id&quot;:&quot;30d6547a-d07a-4078-ac85-977fc007d2da&quot;,&quot;relativeTransform&quot;:{&quot;translate&quot;:{&quot;x&quot;:33.19461440846639,&quot;y&quot;:-63.020434814400296},&quot;rotate&quot;:0},&quot;opacity&quot;:1,&quot;path&quot;:{&quot;type&quot;:&quot;RECT&quot;,&quot;size&quot;:{&quot;x&quot;:8.207923831547712,&quot;y&quot;:2.345291082755014},&quot;cornerRounding&quot;:{&quot;type&quot;:&quot;ARC_LENGTH&quot;,&quot;global&quot;:3.834210153830615}},&quot;pathStyles&quot;:[{&quot;type&quot;:&quot;FILL&quot;,&quot;fillStyle&quot;:&quot;rgba(70,69,70,1)&quot;},{&quot;type&quot;:&quot;STROKE&quot;,&quot;strokeStyle&quot;:&quot;rgba(70,69,70,1)&quot;,&quot;lineWidth&quot;:0.4881867990682231,&quot;lineJoin&quot;:&quot;round&quot;}],&quot;isLocked&quot;:false,&quot;parent&quot;:{&quot;type&quot;:&quot;CHILD&quot;,&quot;parentId&quot;:&quot;022f2a48-9f25-49e9-b77d-f136b8dcfb9d&quot;,&quot;order&quot;:&quot;7&quot;}},&quot;a282a28c-2dac-45fd-b3d9-a11effb9ed91&quot;:{&quot;type&quot;:&quot;FIGURE_OBJECT&quot;,&quot;id&quot;:&quot;a282a28c-2dac-45fd-b3d9-a11effb9ed91&quot;,&quot;relativeTransform&quot;:{&quot;translate&quot;:{&quot;x&quot;:90.05798357036,&quot;y&quot;:-63.02040110760175},&quot;rotate&quot;:0},&quot;opacity&quot;:1,&quot;path&quot;:{&quot;type&quot;:&quot;RECT&quot;,&quot;size&quot;:{&quot;x&quot;:8.207923831547712,&quot;y&quot;:2.345291082755014},&quot;cornerRounding&quot;:{&quot;type&quot;:&quot;ARC_LENGTH&quot;,&quot;global&quot;:3.834210153830615}},&quot;pathStyles&quot;:[{&quot;type&quot;:&quot;FILL&quot;,&quot;fillStyle&quot;:&quot;rgba(70,69,70,1)&quot;},{&quot;type&quot;:&quot;STROKE&quot;,&quot;strokeStyle&quot;:&quot;rgba(70,69,70,1)&quot;,&quot;lineWidth&quot;:0.4881867990682231,&quot;lineJoin&quot;:&quot;round&quot;}],&quot;isLocked&quot;:false,&quot;parent&quot;:{&quot;type&quot;:&quot;CHILD&quot;,&quot;parentId&quot;:&quot;022f2a48-9f25-49e9-b77d-f136b8dcfb9d&quot;,&quot;order&quot;:&quot;8&quot;}},&quot;8aefdec9-c8b5-4b66-995c-fdc87985b425&quot;:{&quot;type&quot;:&quot;FIGURE_OBJECT&quot;,&quot;id&quot;:&quot;8aefdec9-c8b5-4b66-995c-fdc87985b425&quot;,&quot;parent&quot;:{&quot;type&quot;:&quot;CHILD&quot;,&quot;parentId&quot;:&quot;f8473bc2-2585-41f7-b8c6-7cebe7ec4006&quot;,&quot;order&quot;:&quot;5&quot;},&quot;relativeTransform&quot;:{&quot;translate&quot;:{&quot;x&quot;:-199.55101380088576,&quot;y&quot;:141.82929998391927},&quot;rotate&quot;:0}},&quot;ef8af754-ea8d-4347-90c9-e0f8e2d32988&quot;:{&quot;relativeTransform&quot;:{&quot;translate&quot;:{&quot;x&quot;:42.43722166759811,&quot;y&quot;:-76.28380345453593},&quot;rotate&quot;:0},&quot;type&quot;:&quot;FIGURE_OBJECT&quot;,&quot;id&quot;:&quot;ef8af754-ea8d-4347-90c9-e0f8e2d32988&quot;,&quot;name&quot;:&quot;FTIR spectrograph&quot;,&quot;displayName&quot;:&quot;FTIR spectograph&quot;,&quot;opacity&quot;:1,&quot;source&quot;:{&quot;id&quot;:&quot;5e66897511258f0098d90875&quot;,&quot;type&quot;:&quot;ASSETS&quot;},&quot;pathStyles&quot;:[{&quot;type&quot;:&quot;FILL&quot;,&quot;fillStyle&quot;:&quot;rgb(0,0,0)&quot;}],&quot;isLocked&quot;:false,&quot;parent&quot;:{&quot;type&quot;:&quot;CHILD&quot;,&quot;parentId&quot;:&quot;8aefdec9-c8b5-4b66-995c-fdc87985b425&quot;,&quot;order&quot;:&quot;5&quot;},&quot;isPremium&quot;:true},&quot;40507c0e-989c-40d8-918a-187c37a6012f&quot;:{&quot;type&quot;:&quot;FIGURE_OBJECT&quot;,&quot;id&quot;:&quot;40507c0e-989c-40d8-918a-187c37a6012f&quot;,&quot;relativeTransform&quot;:{&quot;translate&quot;:{&quot;x&quot;:1.2386387860337882,&quot;y&quot;:-1.2741111494976096},&quot;rotate&quot;:3.141592653589793},&quot;opacity&quot;:1,&quot;path&quot;:{&quot;type&quot;:&quot;POLY_LINE&quot;,&quot;points&quot;:[{&quot;x&quot;:12.668856222493428,&quot;y&quot;:8.512609249953478},{&quot;x&quot;:12.668856222493428,&quot;y&quot;:-8.512609249953478},{&quot;x&quot;:-12.668856222493428,&quot;y&quot;:-8.512609249953478}],&quot;closed&quot;:false},&quot;pathStyles&quot;:[{&quot;type&quot;:&quot;FILL&quot;,&quot;fillStyle&quot;:&quot;rgba(0,0,0,0)&quot;},{&quot;type&quot;:&quot;STROKE&quot;,&quot;strokeStyle&quot;:&quot;#232323&quot;,&quot;lineWidth&quot;:0.14252332985779242,&quot;lineJoin&quot;:&quot;round&quot;}],&quot;isLocked&quot;:false,&quot;parent&quot;:{&quot;type&quot;:&quot;CHILD&quot;,&quot;parentId&quot;:&quot;ef8af754-ea8d-4347-90c9-e0f8e2d32988&quot;,&quot;order&quot;:&quot;05&quot;}},&quot;a52b737c-4731-4060-8970-4fbceb167b6f&quot;:{&quot;type&quot;:&quot;FIGURE_OBJECT&quot;,&quot;id&quot;:&quot;a52b737c-4731-4060-8970-4fbceb167b6f&quot;,&quot;relativeTransform&quot;:{&quot;translate&quot;:{&quot;x&quot;:1.2762064334887016,&quot;y&quot;:-1.4379520299196284},&quot;rotate&quot;:3.141592653589793},&quot;opacity&quot;:1,&quot;path&quot;:{&quot;type&quot;:&quot;POLY_LINE&quot;,&quot;points&quot;:[{&quot;x&quot;:-12.639481970312081,&quot;y&quot;:-7.264547775302768},{&quot;x&quot;:-12.541643696715083,&quot;y&quot;:-6.87319468091478},{&quot;x&quot;:-12.406182644253004,&quot;y&quot;:-6.694646791678599},{&quot;x&quot;:-12.003533191931599,&quot;y&quot;:-3.448855105019876},{&quot;x&quot;:-11.754576085341478,&quot;y&quot;:-5.1025111490812805},{&quot;x&quot;:-11.449295633216485,&quot;y&quot;:-4.776412236311727},{&quot;x&quot;:-11.250960472403374,&quot;y&quot;:-4.754476848531593},{&quot;x&quot;:-11.077738081777166,&quot;y&quot;:-4.083980753658469},{&quot;x&quot;:-10.976231319163128,&quot;y&quot;:-4.3293995673928505},{&quot;x&quot;:-10.87839304556613,&quot;y&quot;:-4.084803883400358},{&quot;x&quot;:-10.731635635170633,&quot;y&quot;:-4.189975932259924},{&quot;x&quot;:-10.406833271554747,&quot;y&quot;:-3.9130180348053156},{&quot;x&quot;:-10.324695895379286,&quot;y&quot;:-4.192846723726075},{&quot;x&quot;:-10.191882553434894,&quot;y&quot;:-3.929029464383772},{&quot;x&quot;:-10.084988069529432,&quot;y&quot;:-4.0748096025439615},{&quot;x&quot;:-9.997848583193155,&quot;y&quot;:-3.9380464730048614},{&quot;x&quot;:-9.85109117279766,&quot;y&quot;:-4.084803883400358},{&quot;x&quot;:-9.75325289920066,&quot;y&quot;:-3.889127336206364},{&quot;x&quot;:-9.655414625603662,&quot;y&quot;:-4.084803883400358},{&quot;x&quot;:-9.557576352006665,&quot;y&quot;:-3.840208199407865},{&quot;x&quot;:-9.410818941611172,&quot;y&quot;:-4.3293995673928505},{&quot;x&quot;:-9.264061531215672,&quot;y&quot;:-3.9380464730048614},{&quot;x&quot;:-9.06838498402168,&quot;y&quot;:-4.03588474660186},{&quot;x&quot;:-8.921627573626186,&quot;y&quot;:-3.5466933786168724},{&quot;x&quot;:-8.72595102643219,&quot;y&quot;:-3.448855105019876},{&quot;x&quot;:-8.583135920579291,&quot;y&quot;:-3.5595491243330373},{&quot;x&quot;:-8.481355342439699,&quot;y&quot;:-3.180681057218702},{&quot;x&quot;:-8.236759658447204,&quot;y&quot;:-3.2042594210273836},{&quot;x&quot;:-7.9921639744547095,&quot;y&quot;:-2.470472369049903},{&quot;x&quot;:-7.840176240602736,&quot;y&quot;:-1.5948894768411286},{&quot;x&quot;:-7.619235501470942,&quot;y&quot;:-2.7660811337284166},{&quot;x&quot;:-7.30729605927573,&quot;y&quot;:-3.008582873833388},{&quot;x&quot;:-7.209457785678733,&quot;y&quot;:-2.617229779445399},{&quot;x&quot;:-7.013781238484737,&quot;y&quot;:-2.470472369049903},{&quot;x&quot;:-6.9152558589081705,&quot;y&quot;:-2.1256822634596704},{&quot;x&quot;:-6.784921513855384,&quot;y&quot;:-2.5420891739115192},{&quot;x&quot;:-6.622428144096749,&quot;y&quot;:-2.617229779445399},{&quot;x&quot;:-6.426751596902754,&quot;y&quot;:-3.008582873833388},{&quot;x&quot;:-6.328913323305758,&quot;y&quot;:-2.8129063266393945},{&quot;x&quot;:-6.23107504970876,&quot;y&quot;:-3.1064211474303858},{&quot;x&quot;:-6.084317639313266,&quot;y&quot;:-2.7639871898408948},{&quot;x&quot;:-5.888641092119272,&quot;y&quot;:-3.448855105019876},{&quot;x&quot;:-5.790802818522272,&quot;y&quot;:-3.216288991285013},{&quot;x&quot;:-5.692964544925275,&quot;y&quot;:-3.216288991285013},{&quot;x&quot;:-5.605890218733989,&quot;y&quot;:-2.9107446002363906},{&quot;x&quot;:-5.4972879977312825,&quot;y&quot;:-3.1064211474303858},{&quot;x&quot;:-5.125995192163839,&quot;y&quot;:-0.6551570266366641},{&quot;x&quot;:-5.0602147679770315,&quot;y&quot;:-0.7355052532952877},{&quot;x&quot;:-4.896065940518008,&quot;y&quot;:0.012606129515646729},{&quot;x&quot;:-4.834001345348021,&quot;y&quot;:0.7673302829040496},{&quot;x&quot;:-4.720643165417874,&quot;y&quot;:0.620768625677823},{&quot;x&quot;:-4.518905261761311,&quot;y&quot;:-0.5626260339084577},{&quot;x&quot;:-4.029713893776322,&quot;y&quot;:6.334972254679842},{&quot;x&quot;:-3.644608784333002,&quot;y&quot;:4.458119697503445},{&quot;x&quot;:-3.247007705000345,&quot;y&quot;:-3.7423699258108676},{&quot;x&quot;:-2.8558153607225663,&quot;y&quot;:-4.342558275535736},{&quot;x&quot;:-2.769399990559173,&quot;y&quot;:-3.9016375888786534},{&quot;x&quot;:-2.5740825155410114,&quot;y&quot;:-4.8441483074092435},{&quot;x&quot;:-2.327288851502005,&quot;y&quot;:-3.829751512955463},{&quot;x&quot;:-2.1345679461089957,&quot;y&quot;:-4.908803386858683},{&quot;x&quot;:-1.9751101482393814,&quot;y&quot;:-5.35670144016132},{&quot;x&quot;:-1.8772718746423842,&quot;y&quot;:-4.182642156997355},{&quot;x&quot;:-1.779433601045387,&quot;y&quot;:-4.573995251385344},{&quot;x&quot;:-1.6326761906498917,&quot;y&quot;:-4.476156977788347},{&quot;x&quot;:-1.4859187802543956,&quot;y&quot;:-5.796973671347808},{&quot;x&quot;:-1.1623146553731551,&quot;y&quot;:-5.685693327620309},{&quot;x&quot;:-0.9979284711578267,&quot;y&quot;:-5.991382202430407},{&quot;x&quot;:-0.9203832138581858,&quot;y&quot;:-6.400464991989257},{&quot;x&quot;:-0.8385564620987547,&quot;y&quot;:-6.108935736091958},{&quot;x&quot;:-0.7521317282769162,&quot;y&quot;:-6.335084176131294},{&quot;x&quot;:-0.6053743178814204,&quot;y&quot;:-6.1394076289373},{&quot;x&quot;:-0.5075360442844232,&quot;y&quot;:-6.384003312929793},{&quot;x&quot;:-0.40969777068742597,&quot;y&quot;:-6.1394076289373},{&quot;x&quot;:-0.3118594970904287,&quot;y&quot;:-6.384003312929793},{&quot;x&quot;:-0.16510208669493281,&quot;y&quot;:-6.237245902534297},{&quot;x&quot;:0.03057446049906163,&quot;y&quot;:-6.579679860123786},{&quot;x&quot;:0.19144496049699156,&quot;y&quot;:-6.292051376099973},{&quot;x&quot;:0.32408928129005327,&quot;y&quot;:-6.530760723325289},{&quot;x&quot;:0.47084669168554916,&quot;y&quot;:-6.4329224497282915},{&quot;x&quot;:0.5686849652825463,&quot;y&quot;:-6.1394076289373},{&quot;x&quot;:0.6665232388795436,&quot;y&quot;:-6.384003312929793},{&quot;x&quot;:0.7643615124765408,&quot;y&quot;:-6.188326765735798},{&quot;x&quot;:0.9111189228720368,&quot;y&quot;:-6.775356407317782},{&quot;x&quot;:1.0089571964690336,&quot;y&quot;:-6.530760723325289},{&quot;x&quot;:1.15571460686453,&quot;y&quot;:-6.726437270519282},{&quot;x&quot;:1.15571460686453,&quot;y&quot;:-6.384003312929793},{&quot;x&quot;:1.2535528804615268,&quot;y&quot;:-6.384003312929793},{&quot;x&quot;:1.5470677012525187,&quot;y&quot;:-5.405620576959819},{&quot;x&quot;:1.8405825220435101,&quot;y&quot;:1.1495437540389941},{&quot;x&quot;:2.0362590692375044,&quot;y&quot;:-2.959663737034889},{&quot;x&quot;:2.5743695740209893,&quot;y&quot;:6.432810528276838},{&quot;x&quot;:2.965722668408978,&quot;y&quot;:-2.470472369049903},{&quot;x&quot;:3.2103183524014716,&quot;y&quot;:1.002786343643498},{&quot;x&quot;:3.3570757627969687,&quot;y&quot;:0.8071097964495036},{&quot;x&quot;:3.5527523099909617,&quot;y&quot;:3.595500593963925},{&quot;x&quot;:3.6995097203864584,&quot;y&quot;:0.8071097964495036},{&quot;x&quot;:4.0908628147744475,&quot;y&quot;:7.264435853851314},{&quot;x&quot;:4.433296772363937,&quot;y&quot;:0.6603523860540078},{&quot;x&quot;:4.628973319557932,&quot;y&quot;:2.9106326787849444},{&quot;x&quot;:5.167083824341415,&quot;y&quot;:-5.699135397750812},{&quot;x&quot;:5.7051943291249,&quot;y&quot;:1.9322499428149718},{&quot;x&quot;:5.974249581516642,&quot;y&quot;:-2.886229071111419},{&quot;x&quot;:6.218845265509137,&quot;y&quot;:-4.060288354275386},{&quot;x&quot;:6.365602675904631,&quot;y&quot;:-2.592714250320426},{&quot;x&quot;:6.4634409495016305,&quot;y&quot;:-3.3265013022979053},{&quot;x&quot;:6.610198359897126,&quot;y&quot;:-1.6143315143504546},{&quot;x&quot;:7.001551454285115,&quot;y&quot;:-5.576781595028842},{&quot;x&quot;:7.148308864680607,&quot;y&quot;:-5.576781595028842},{&quot;x&quot;:7.246147138277608,&quot;y&quot;:-5.821377279021337},{&quot;x&quot;:7.343985411874605,&quot;y&quot;:-6.701921741394311},{&quot;x&quot;:7.588581095867097,&quot;y&quot;:-6.163811236610825},{&quot;x&quot;:7.69864915366372,&quot;y&quot;:-6.35948778380482},{&quot;x&quot;:7.796487427260716,&quot;y&quot;:-6.065972963013828},{&quot;x&quot;:7.894325700857716,&quot;y&quot;:-6.408406920603318},{&quot;x&quot;:8.041083111253212,&quot;y&quot;:-5.723539005424337},{&quot;x&quot;:8.175610737449084,&quot;y&quot;:-6.114892099812327},{&quot;x&quot;:8.420206421441573,&quot;y&quot;:-4.647317995857369},{&quot;x&quot;:8.51804469503857,&quot;y&quot;:-6.261649510207823},{&quot;x&quot;:8.713721242232566,&quot;y&quot;:-6.261649510207823},{&quot;x&quot;:8.713721242232566,&quot;y&quot;:-6.604083467797312},{&quot;x&quot;:8.872708436827685,&quot;y&quot;:-6.506245194200315},{&quot;x&quot;:8.970546710424681,&quot;y&quot;:-7.191113109379296},{&quot;x&quot;:9.117304120820178,&quot;y&quot;:-6.2127303734093235},{&quot;x&quot;:9.215142394417176,&quot;y&quot;:-6.5551643309988155},{&quot;x&quot;:9.312980668014173,&quot;y&quot;:-6.35948778380482},{&quot;x&quot;:9.410818941611172,&quot;y&quot;:-6.35948778380482},{&quot;x&quot;:9.655414625603662,&quot;y&quot;:-5.625700731827341},{&quot;x&quot;:10.242444267185647,&quot;y&quot;:0},{&quot;x&quot;:10.731635635170633,&quot;y&quot;:6.5551643309988155},{&quot;x&quot;:11.661099234342105,&quot;y&quot;:5.625700731827341},{&quot;x&quot;:12.639481970312081,&quot;y&quot;:1.3697358303579612}],&quot;closed&quot;:false},&quot;pathStyles&quot;:[{&quot;type&quot;:&quot;FILL&quot;,&quot;fillStyle&quot;:&quot;rgba(0,0,0,0)&quot;},{&quot;type&quot;:&quot;STROKE&quot;,&quot;strokeStyle&quot;:&quot;rgb(9, 95, 170)&quot;,&quot;lineWidth&quot;:0.07337870519774793,&quot;lineJoin&quot;:&quot;round&quot;}],&quot;pathSmoothing&quot;:{&quot;type&quot;:&quot;CATMULL_SMOOTHING&quot;,&quot;smoothing&quot;:0.2},&quot;isLocked&quot;:false,&quot;parent&quot;:{&quot;type&quot;:&quot;CHILD&quot;,&quot;parentId&quot;:&quot;ef8af754-ea8d-4347-90c9-e0f8e2d32988&quot;,&quot;order&quot;:&quot;6&quot;}},&quot;a02cb26e-30c3-406d-95eb-3a22ff477657&quot;:{&quot;type&quot;:&quot;FIGURE_OBJECT&quot;,&quot;id&quot;:&quot;a02cb26e-30c3-406d-95eb-3a22ff477657&quot;,&quot;relativeTransform&quot;:{&quot;translate&quot;:{&quot;x&quot;:1.2387153080219242,&quot;y&quot;:8.57801532931877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.1401866388623394,&quot;color&quot;:&quot;#232323&quot;,&quot;fontWeight&quot;:&quot;bold&quot;,&quot;fontStyle&quot;:&quot;normal&quot;,&quot;decoration&quot;:&quot;none&quot;,&quot;script&quot;:&quot;none&quot;},&quot;range&quot;:[0,13]},{&quot;style&quot;:{&quot;fontFamily&quot;:&quot;Roboto&quot;,&quot;fontSize&quot;:1.1401866388623394,&quot;color&quot;:&quot;#232323&quot;,&quot;fontWeight&quot;:&quot;bold&quot;,&quot;fontStyle&quot;:&quot;normal&quot;,&quot;decoration&quot;:&quot;none&quot;,&quot;script&quot;:&quot;super&quot;},&quot;range&quot;:[14,15]},{&quot;style&quot;:{&quot;fontFamily&quot;:&quot;Roboto&quot;,&quot;fontSize&quot;:1.1401866388623394,&quot;color&quot;:&quot;#232323&quot;,&quot;fontWeight&quot;:&quot;bold&quot;,&quot;fontStyle&quot;:&quot;normal&quot;,&quot;decoration&quot;:&quot;none&quot;,&quot;script&quot;:&quot;none&quot;},&quot;range&quot;:[16,16]}],&quot;text&quot;:&quot;Wavenumber (cm-1)&quot;}],&quot;verticalAlign&quot;:&quot;TOP&quot;,&quot;_lastCaretLocation&quot;:{&quot;lineIndex&quot;:0,&quot;runIndex&quot;:-1,&quot;charIndex&quot;:-1,&quot;endOfLine&quot;:true}},&quot;size&quot;:{&quot;x&quot;:10.663552161139055,&quot;y&quot;:1.5021958843125158},&quot;targetSize&quot;:{&quot;x&quot;:10.663552161139055,&quot;y&quot;:1.5021958843125158},&quot;format&quot;:&quot;BETTER_TEXT&quot;,&quot;verticalAlign&quot;:&quot;TOP&quot;},&quot;isLocked&quot;:false,&quot;parent&quot;:{&quot;type&quot;:&quot;CHILD&quot;,&quot;parentId&quot;:&quot;ef8af754-ea8d-4347-90c9-e0f8e2d32988&quot;,&quot;order&quot;:&quot;7&quot;}},&quot;278ce85d-4114-4375-a805-11040f63b527&quot;:{&quot;type&quot;:&quot;FIGURE_OBJECT&quot;,&quot;id&quot;:&quot;278ce85d-4114-4375-a805-11040f63b527&quot;,&quot;relativeTransform&quot;:{&quot;translate&quot;:{&quot;x&quot;:-12.585410257734969,&quot;y&quot;:-1.5883583247667468},&quot;rotate&quot;:-1.5707963267948966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.1401866388623394,&quot;color&quot;:&quot;#232323&quot;,&quot;fontWeight&quot;:&quot;bold&quot;,&quot;fontStyle&quot;:&quot;normal&quot;,&quot;decoration&quot;:&quot;none&quot;,&quot;script&quot;:&quot;none&quot;},&quot;range&quot;:[0,2]}],&quot;text&quot;:&quot;ABS&quot;}],&quot;verticalAlign&quot;:&quot;TOP&quot;,&quot;_lastCaretLocation&quot;:{&quot;lineIndex&quot;:0,&quot;runIndex&quot;:-1,&quot;charIndex&quot;:-1,&quot;endOfLine&quot;:true}},&quot;size&quot;:{&quot;x&quot;:8.28816330264558,&quot;y&quot;:1.2827099687201318},&quot;targetSize&quot;:{&quot;x&quot;:8.28816330264558,&quot;y&quot;:1.2827099687201318},&quot;format&quot;:&quot;BETTER_TEXT&quot;,&quot;verticalAlign&quot;:&quot;TOP&quot;},&quot;isLocked&quot;:false,&quot;parent&quot;:{&quot;type&quot;:&quot;CHILD&quot;,&quot;parentId&quot;:&quot;ef8af754-ea8d-4347-90c9-e0f8e2d32988&quot;,&quot;order&quot;:&quot;8&quot;}},&quot;dd683bf0-e7ec-45e6-85b2-8e1667345a4c&quot;:{&quot;id&quot;:&quot;dd683bf0-e7ec-45e6-85b2-8e1667345a4c&quot;,&quot;name&quot;:&quot;Computer screen&quot;,&quot;displayName&quot;:&quot;&quot;,&quot;type&quot;:&quot;FIGURE_OBJECT&quot;,&quot;relativeTransform&quot;:{&quot;translate&quot;:{&quot;x&quot;:42.813352570270446,&quot;y&quot;:-72.21689541158068},&quot;rotate&quot;:0,&quot;skewX&quot;:0,&quot;scale&quot;:{&quot;x&quot;:0.17111357862003104,&quot;y&quot;:0.17111357862003107}},&quot;image&quot;:{&quot;url&quot;:&quot;https://icons.biorender.com/biorender/5f11a6691354a600277fd5b1/computer-screen.png&quot;,&quot;fallbackUrl&quot;:&quot;https://res.cloudinary.com/dlcjuc3ej/image/upload/v1594992231/lthvjachtvri0g19qt8f.svg#/keystone/api/icons/5f11a6691354a600277fd5b1/computer-screen.svg&quot;,&quot;isPremium&quot;:false,&quot;size&quot;:{&quot;x&quot;:250,&quot;y&quot;:203.125}},&quot;source&quot;:{&quot;id&quot;:&quot;5b3ccd292b2a330014798001&quot;,&quot;type&quot;:&quot;ASSETS&quot;},&quot;isPremium&quot;:false,&quot;parent&quot;:{&quot;type&quot;:&quot;CHILD&quot;,&quot;parentId&quot;:&quot;8aefdec9-c8b5-4b66-995c-fdc87985b425&quot;,&quot;order&quot;:&quot;2&quot;}},&quot;f8473bc2-2585-41f7-b8c6-7cebe7ec4006&quot;:{&quot;type&quot;:&quot;FIGURE_OBJECT&quot;,&quot;id&quot;:&quot;f8473bc2-2585-41f7-b8c6-7cebe7ec4006&quot;,&quot;parent&quot;:{&quot;type&quot;:&quot;CHILD&quot;,&quot;parentId&quot;:&quot;fe6ae323-7270-411c-892a-8de0b0779487&quot;,&quot;order&quot;:&quot;99999999997&quot;},&quot;relativeTransform&quot;:{&quot;translate&quot;:{&quot;x&quot;:-67.78633713078676,&quot;y&quot;:-15.552169471570217},&quot;rotate&quot;:0,&quot;skewX&quot;:0,&quot;scale&quot;:{&quot;x&quot;:1,&quot;y&quot;:1}}},&quot;8908d255-13ac-4021-8c90-6bab50b130ea&quot;:{&quot;id&quot;:&quot;8908d255-13ac-4021-8c90-6bab50b130ea&quot;,&quot;type&quot;:&quot;FIGURE_OBJECT&quot;,&quot;relativeTransform&quot;:{&quot;translate&quot;:{&quot;x&quot;:300.3788966789126,&quot;y&quot;:282.6964266422745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5]},{&quot;style&quot;:{&quot;fontFamily&quot;:&quot;Arial&quot;,&quot;fontSize&quot;:18.666666666666664,&quot;color&quot;:&quot;black&quot;,&quot;fontWeight&quot;:&quot;normal&quot;,&quot;fontStyle&quot;:&quot;italic&quot;,&quot;decoration&quot;:&quot;none&quot;},&quot;range&quot;:[6,14]},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15,33]}],&quot;text&quot;:&quot;expose D. magna to Se-PS particles&quot;}],&quot;_lastCaretLocation&quot;:{&quot;lineIndex&quot;:0,&quot;runIndex&quot;:2,&quot;charIndex&quot;:15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fe6ae323-7270-411c-892a-8de0b0779487&quot;,&quot;order&quot;:&quot;99999999998&quot;}},&quot;c2a2abea-757c-406f-a6d6-32760c35cfff&quot;:{&quot;id&quot;:&quot;c2a2abea-757c-406f-a6d6-32760c35cfff&quot;,&quot;type&quot;:&quot;FIGURE_OBJECT&quot;,&quot;relativeTransform&quot;:{&quot;translate&quot;:{&quot;x&quot;:-311.27236130480776,&quot;y&quot;:285.4838457443449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8.666666666666664,&quot;color&quot;:&quot;black&quot;,&quot;fontWeight&quot;:&quot;normal&quot;,&quot;fontStyle&quot;:&quot;normal&quot;,&quot;decoration&quot;:&quot;none&quot;},&quot;range&quot;:[0,55]}],&quot;text&quot;:&quot;selenium and polymer detection using O-PTIR and TOF-SIMS&quot;}],&quot;_lastCaretLocation&quot;:{&quot;lineIndex&quot;:0,&quot;runIndex&quot;:0,&quot;charIndex&quot;:31}},&quot;format&quot;:&quot;BETTER_TEXT&quot;,&quot;size&quot;:{&quot;x&quot;:183.64556941148828,&quot;y&quot;:77.56458832286455},&quot;targetSize&quot;:{&quot;x&quot;:183.64556941148828,&quot;y&quot;:77.56458832286455}},&quot;parent&quot;:{&quot;type&quot;:&quot;CHILD&quot;,&quot;parentId&quot;:&quot;fe6ae323-7270-411c-892a-8de0b0779487&quot;,&quot;order&quot;:&quot;99999999999&quot;}},&quot;6bab6248-e557-454f-8fdc-1206d5d654dc&quot;:{&quot;id&quot;:&quot;6bab6248-e557-454f-8fdc-1206d5d654dc&quot;,&quot;name&quot;:&quot;Picture2.jpg&quot;,&quot;type&quot;:&quot;FIGURE_OBJECT&quot;,&quot;relativeTransform&quot;:{&quot;translate&quot;:{&quot;x&quot;:-239.34891893442762,&quot;y&quot;:185.3193068741151},&quot;rotate&quot;:0,&quot;skewX&quot;:0,&quot;scale&quot;:{&quot;x&quot;:0.42047344460918723,&quot;y&quot;:0.4204734446091873}},&quot;image&quot;:{&quot;url&quot;:&quot;https://core.services.biorender.com/api/uploads/noredirect/69e7a598dfdd0f2dea894187/1776788888459_accbd607-bd05-4fec-9085-39332456c782_icon.jpg&quot;,&quot;fallbackUrl&quot;:&quot;https://core.services.biorender.com/api/uploads/noredirect/69e7a598dfdd0f2dea894187/1776788888459_accbd607-bd05-4fec-9085-39332456c782_icon.jpg&quot;,&quot;isPremium&quot;:false,&quot;isSignedURL&quot;:true,&quot;size&quot;:{&quot;x&quot;:300,&quot;y&quot;:278.7096774193549}},&quot;source&quot;:{&quot;id&quot;:&quot;69e7a598dfdd0f2dea894187&quot;,&quot;type&quot;:&quot;UPLOADS&quot;},&quot;isPremium&quot;:false,&quot;parent&quot;:{&quot;type&quot;:&quot;CHILD&quot;,&quot;parentId&quot;:&quot;fe6ae323-7270-411c-892a-8de0b0779487&quot;,&quot;order&quot;:&quot;999999999995&quot;}},&quot;0bb8ba7d-8735-4bda-9bf3-6bb1a0f8b608&quot;:{&quot;id&quot;:&quot;0bb8ba7d-8735-4bda-9bf3-6bb1a0f8b608&quot;,&quot;name&quot;:&quot;Picture1.jpg&quot;,&quot;type&quot;:&quot;FIGURE_OBJECT&quot;,&quot;relativeTransform&quot;:{&quot;translate&quot;:{&quot;x&quot;:-375.280550652723,&quot;y&quot;:184.4247689905925},&quot;rotate&quot;:0,&quot;skewX&quot;:0,&quot;scale&quot;:{&quot;x&quot;:0.35414500844499297,&quot;y&quot;:0.3541450084449929}},&quot;image&quot;:{&quot;url&quot;:&quot;https://core.services.biorender.com/api/uploads/noredirect/69e7a59893accf33868cdceb/1776788888310_0c2acfb0-ce79-4e24-a939-1d0e4b986ddb_icon.jpg&quot;,&quot;fallbackUrl&quot;:&quot;https://core.services.biorender.com/api/uploads/noredirect/69e7a59893accf33868cdceb/1776788888310_0c2acfb0-ce79-4e24-a939-1d0e4b986ddb_icon.jpg&quot;,&quot;isPremium&quot;:false,&quot;isSignedURL&quot;:true,&quot;size&quot;:{&quot;x&quot;:300,&quot;y&quot;:325.86206896551727}},&quot;source&quot;:{&quot;id&quot;:&quot;69e7a59893accf33868cdceb&quot;,&quot;type&quot;:&quot;UPLOADS&quot;},&quot;isPremium&quot;:false,&quot;parent&quot;:{&quot;type&quot;:&quot;CHILD&quot;,&quot;parentId&quot;:&quot;fe6ae323-7270-411c-892a-8de0b0779487&quot;,&quot;order&quot;:&quot;999999999997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052cb896-b68c-4a63-a51f-c5cf8832bc94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52cb896-b68c-4a63-a51f-c5cf8832bc94&quot;:{&quot;id&quot;:&quot;052cb896-b68c-4a63-a51f-c5cf8832bc94&quot;,&quot;name&quot;:&quot;image.png&quot;,&quot;type&quot;:&quot;FIGURE_OBJECT&quot;,&quot;relativeTransform&quot;:{&quot;translate&quot;:{&quot;x&quot;:-363.6283500581727,&quot;y&quot;:-194.45634822353873},&quot;rotate&quot;:0,&quot;skewX&quot;:0,&quot;scale&quot;:{&quot;x&quot;:0.5915349327749331,&quot;y&quot;:0.5915349327749331}},&quot;image&quot;:{&quot;url&quot;:&quot;https://core.services.biorender.com/api/uploads/noredirect/69e651260c4592556e65298b/1776701734556_314743f3-4614-41da-aa2e-3089cb0c796c_icon.png&quot;,&quot;isPremium&quot;:false,&quot;isSignedURL&quot;:true,&quot;size&quot;:{&quot;x&quot;:300,&quot;y&quot;:421.6738197424893}},&quot;source&quot;:{&quot;id&quot;:&quot;69e651260c4592556e65298b&quot;,&quot;type&quot;:&quot;UPLOADS&quot;},&quot;isPremium&quot;:false,&quot;parent&quot;:{&quot;type&quot;:&quot;CHILD&quot;,&quot;parentId&quot;:&quot;fe6ae323-7270-411c-892a-8de0b0779487&quot;,&quot;order&quot;:&quot;5&quot;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279ad749-2561-48e3-ac4f-54f5e17d9b6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279ad749-2561-48e3-ac4f-54f5e17d9b68&quot;:{&quot;relativeTransform&quot;:{&quot;translate&quot;:{&quot;x&quot;:-38.371349131065784,&quot;y&quot;:-200.65945237116668},&quot;rotate&quot;:0,&quot;skewX&quot;:0,&quot;scale&quot;:{&quot;x&quot;:1,&quot;y&quot;:1}},&quot;type&quot;:&quot;FIGURE_OBJECT&quot;,&quot;id&quot;:&quot;279ad749-2561-48e3-ac4f-54f5e17d9b68&quot;,&quot;opacity&quot;:1,&quot;path&quot;:{&quot;type&quot;:&quot;POLY_LINE&quot;,&quot;points&quot;:[{&quot;x&quot;:-76.72860137618355,&quot;y&quot;:52.40496706284444},{&quot;x&quot;:-26.0597183357889,&quot;y&quot;:25.99853325194608},{&quot;x&quot;:8.46211353391832,&quot;y&quot;:53.48653019555253},{&quot;x&quot;:55.33148264696338,&quot;y&quot;:79.30589483829064},{&quot;x&quot;:82.5332313894811,&quot;y&quot;:55.68070476897549},{&quot;x&quot;:30.722348630962667,&quot;y&quot;:4.27509407556421},{&quot;x&quot;:30.722348630962667,&quot;y&quot;:-48.39967413569359},{&quot;x&quot;:-0.6551475412261297,&quot;y&quot;:-50.09656893441019},{&quot;x&quot;:-55.35098040367236,&quot;y&quot;:-34.52411063868762},{&quot;x&quot;:-69.69791080632483,&quot;y&quot;:22.164433232330644}],&quot;closed&quot;:true,&quot;cornerRounding&quot;:{&quot;type&quot;:&quot;ARC_LENGTH&quot;,&quot;global&quot;:534.3556235376666}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2.536503406211873,&quot;lineJoin&quot;:&quot;round&quot;}],&quot;isLocked&quot;:false,&quot;parent&quot;:{&quot;type&quot;:&quot;CHILD&quot;,&quot;parentId&quot;:&quot;fe6ae323-7270-411c-892a-8de0b0779487&quot;,&quot;order&quot;:&quot;52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28a8e446-610a-415a-b211-a806932bed2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28a8e446-610a-415a-b211-a806932bed28&quot;:{&quot;relativeTransform&quot;:{&quot;translate&quot;:{&quot;x&quot;:-89.2778194705275,&quot;y&quot;:-195.84351481175895},&quot;rotate&quot;:0,&quot;skewX&quot;:0,&quot;scale&quot;:{&quot;x&quot;:1,&quot;y&quot;:1}},&quot;type&quot;:&quot;FIGURE_OBJECT&quot;,&quot;id&quot;:&quot;28a8e446-610a-415a-b211-a806932bed28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55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da1a4896-669f-493b-a40b-9f2487e6ee59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a1a4896-669f-493b-a40b-9f2487e6ee59&quot;:{&quot;relativeTransform&quot;:{&quot;translate&quot;:{&quot;x&quot;:-76.59530243946814,&quot;y&quot;:-183.16099778069963},&quot;rotate&quot;:0,&quot;skewX&quot;:0,&quot;scale&quot;:{&quot;x&quot;:1,&quot;y&quot;:1}},&quot;type&quot;:&quot;FIGURE_OBJECT&quot;,&quot;id&quot;:&quot;da1a4896-669f-493b-a40b-9f2487e6ee59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6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21b3d4ae-d638-463e-8fe3-1bdb321d0f3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21b3d4ae-d638-463e-8fe3-1bdb321d0f33&quot;:{&quot;relativeTransform&quot;:{&quot;translate&quot;:{&quot;x&quot;:-68.31967563341867,&quot;y&quot;:-222.41749496015947},&quot;rotate&quot;:0,&quot;skewX&quot;:0,&quot;scale&quot;:{&quot;x&quot;:1,&quot;y&quot;:1}},&quot;type&quot;:&quot;FIGURE_OBJECT&quot;,&quot;id&quot;:&quot;21b3d4ae-d638-463e-8fe3-1bdb321d0f33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62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023d4a76-6df2-42d8-84a4-c946d166dfb0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23d4a76-6df2-42d8-84a4-c946d166dfb0&quot;:{&quot;relativeTransform&quot;:{&quot;translate&quot;:{&quot;x&quot;:-45.20114368000698,&quot;y&quot;:-199.78404529998204},&quot;rotate&quot;:0,&quot;skewX&quot;:0,&quot;scale&quot;:{&quot;x&quot;:1,&quot;y&quot;:1}},&quot;type&quot;:&quot;FIGURE_OBJECT&quot;,&quot;id&quot;:&quot;023d4a76-6df2-42d8-84a4-c946d166dfb0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65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2db8f3f0-8f4e-4c8d-9a04-ba98d54a8d30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2db8f3f0-8f4e-4c8d-9a04-ba98d54a8d30&quot;:{&quot;relativeTransform&quot;:{&quot;translate&quot;:{&quot;x&quot;:-41.25603090866112,&quot;y&quot;:-235.64266304510883},&quot;rotate&quot;:0,&quot;skewX&quot;:0,&quot;scale&quot;:{&quot;x&quot;:1,&quot;y&quot;:1}},&quot;type&quot;:&quot;FIGURE_OBJECT&quot;,&quot;id&quot;:&quot;2db8f3f0-8f4e-4c8d-9a04-ba98d54a8d30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7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f942856d-f29b-4ce8-b413-f8d16f006e9d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f942856d-f29b-4ce8-b413-f8d16f006e9d&quot;:{&quot;relativeTransform&quot;:{&quot;translate&quot;:{&quot;x&quot;:-21.29234366117383,&quot;y&quot;:-186.90080873497763},&quot;rotate&quot;:0,&quot;skewX&quot;:0,&quot;scale&quot;:{&quot;x&quot;:1,&quot;y&quot;:1}},&quot;type&quot;:&quot;FIGURE_OBJECT&quot;,&quot;id&quot;:&quot;f942856d-f29b-4ce8-b413-f8d16f006e9d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72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d01d5b23-b09b-428d-8c8a-5376894b05ef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01d5b23-b09b-428d-8c8a-5376894b05ef&quot;:{&quot;relativeTransform&quot;:{&quot;translate&quot;:{&quot;x&quot;:8.379570541550684,&quot;y&quot;:-155.77266048896755},&quot;rotate&quot;:0,&quot;skewX&quot;:0,&quot;scale&quot;:{&quot;x&quot;:1,&quot;y&quot;:1}},&quot;type&quot;:&quot;FIGURE_OBJECT&quot;,&quot;id&quot;:&quot;d01d5b23-b09b-428d-8c8a-5376894b05ef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75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628009a4-e2d8-4b6e-8bf0-7ea7e2c2e87d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28009a4-e2d8-4b6e-8bf0-7ea7e2c2e87d&quot;:{&quot;relativeTransform&quot;:{&quot;translate&quot;:{&quot;x&quot;:-24.323873443124064,&quot;y&quot;:-164.0494015820072},&quot;rotate&quot;:0,&quot;skewX&quot;:0,&quot;scale&quot;:{&quot;x&quot;:1,&quot;y&quot;:1}},&quot;type&quot;:&quot;FIGURE_OBJECT&quot;,&quot;id&quot;:&quot;628009a4-e2d8-4b6e-8bf0-7ea7e2c2e87d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8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5b17416e-2f0e-4093-88c1-09d4b0620d61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5b17416e-2f0e-4093-88c1-09d4b0620d61&quot;:{&quot;relativeTransform&quot;:{&quot;translate&quot;:{&quot;x&quot;:-17.46629258520702,&quot;y&quot;:-216.1692994771564},&quot;rotate&quot;:0,&quot;skewX&quot;:0,&quot;scale&quot;:{&quot;x&quot;:1,&quot;y&quot;:1}},&quot;type&quot;:&quot;FIGURE_OBJECT&quot;,&quot;id&quot;:&quot;5b17416e-2f0e-4093-88c1-09d4b0620d61&quot;,&quot;opacity&quot;:1,&quot;path&quot;:{&quot;type&quot;:&quot;ARC&quot;,&quot;size&quot;:{&quot;x&quot;:8.113640270620225,&quot;y&quot;:8.113640270620225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1622728054124045,&quot;lineJoin&quot;:&quot;round&quot;}],&quot;isLocked&quot;:false,&quot;parent&quot;:{&quot;type&quot;:&quot;CHILD&quot;,&quot;parentId&quot;:&quot;fe6ae323-7270-411c-892a-8de0b0779487&quot;,&quot;order&quot;:&quot;9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c1982579-2656-4d97-866e-f9dd3f4fbe67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1982579-2656-4d97-866e-f9dd3f4fbe67&quot;:{&quot;type&quot;:&quot;FIGURE_OBJECT&quot;,&quot;id&quot;:&quot;c1982579-2656-4d97-866e-f9dd3f4fbe67&quot;,&quot;relativeTransform&quot;:{&quot;translate&quot;:{&quot;x&quot;:-183.07527442428213,&quot;y&quot;:-194.4555201093249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fe6ae323-7270-411c-892a-8de0b0779487&quot;,&quot;order&quot;:&quot;9995&quot;},&quot;connectorInfo&quot;:{&quot;type&quot;:&quot;LINE&quot;,&quot;offset&quot;:{&quot;x&quot;:0,&quot;y&quot;:0},&quot;bending&quot;:0.1,&quot;customized&quot;:false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25192432-5517-4be2-a1a0-abf6f10388d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25192432-5517-4be2-a1a0-abf6f10388de&quot;:{&quot;type&quot;:&quot;FIGURE_OBJECT&quot;,&quot;id&quot;:&quot;25192432-5517-4be2-a1a0-abf6f10388de&quot;,&quot;relativeTransform&quot;:{&quot;translate&quot;:{&quot;x&quot;:137.18310196552798,&quot;y&quot;:-194.45545488262948},&quot;rotate&quot;:0,&quot;skewX&quot;:0,&quot;scale&quot;:{&quot;x&quot;:1,&quot;y&quot;:1}},&quot;opacity&quot;:1,&quot;path&quot;:{&quot;type&quot;:&quot;POLY_LINE&quot;,&quot;points&quot;:[{&quot;x&quot;:-48.47786770179039,&quot;y&quot;:0},{&quot;x&quot;:48.47786770179039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fe6ae323-7270-411c-892a-8de0b0779487&quot;,&quot;order&quot;:&quot;9997&quot;},&quot;connectorInfo&quot;:{&quot;type&quot;:&quot;LINE&quot;,&quot;offset&quot;:{&quot;x&quot;:0,&quot;y&quot;:0},&quot;bending&quot;:0.1,&quot;customized&quot;:false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e02a032d-0970-42d0-8683-8e18f8b3de74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e02a032d-0970-42d0-8683-8e18f8b3de74&quot;:{&quot;id&quot;:&quot;e02a032d-0970-42d0-8683-8e18f8b3de74&quot;,&quot;name&quot;:&quot;Dry pulverizer (Covaris cryoPREP)&quot;,&quot;displayName&quot;:&quot;&quot;,&quot;type&quot;:&quot;FIGURE_OBJECT&quot;,&quot;relativeTransform&quot;:{&quot;translate&quot;:{&quot;x&quot;:137.18309436710638,&quot;y&quot;:-266.8592329958439},&quot;rotate&quot;:0,&quot;skewX&quot;:0,&quot;scale&quot;:{&quot;x&quot;:0.8298504833192201,&quot;y&quot;:0.8298504833192201}},&quot;image&quot;:{&quot;url&quot;:&quot;https://icons.cdn.biorender.com/biorender/61942652eacded0029996619/20211116220141/image/61942652eacded0029996619.png&quot;,&quot;isPremium&quot;:false,&quot;isOrgIcon&quot;:false,&quot;size&quot;:{&quot;x&quot;:150,&quot;y&quot;:126.0810810810811}},&quot;source&quot;:{&quot;id&quot;:&quot;61942652eacded0029996619&quot;,&quot;version&quot;:&quot;20211116220141&quot;,&quot;type&quot;:&quot;ASSETS&quot;},&quot;isPremium&quot;:false,&quot;parent&quot;:{&quot;type&quot;:&quot;CHILD&quot;,&quot;parentId&quot;:&quot;fe6ae323-7270-411c-892a-8de0b0779487&quot;,&quot;order&quot;:&quot;9998&quot;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b443cb62-2319-476d-bc07-b291aecfa8ea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443cb62-2319-476d-bc07-b291aecfa8ea&quot;:{&quot;relativeTransform&quot;:{&quot;translate&quot;:{&quot;x&quot;:322.8317680914471,&quot;y&quot;:-191.21045195125677},&quot;rotate&quot;:0,&quot;skewX&quot;:0,&quot;scale&quot;:{&quot;x&quot;:1,&quot;y&quot;:1}},&quot;type&quot;:&quot;FIGURE_OBJECT&quot;,&quot;id&quot;:&quot;b443cb62-2319-476d-bc07-b291aecfa8ea&quot;,&quot;opacity&quot;:1,&quot;path&quot;:{&quot;type&quot;:&quot;POLY_LINE&quot;,&quot;points&quot;:[{&quot;x&quot;:-23.329172826578112,&quot;y&quot;:15.93362203471252},{&quot;x&quot;:-5.915650561341955,&quot;y&quot;:5.552847656986449},{&quot;x&quot;:2.572888148228168,&quot;y&quot;:5.552847656986449},{&quot;x&quot;:16.82342305567544,&quot;y&quot;:24.11279358238364},{&quot;x&quot;:25.094058597278405,&quot;y&quot;:16.929603320832907},{&quot;x&quot;:15.261311039255858,&quot;y&quot;:-22.949030731079397},{&quot;x&quot;:9.341066668687963,&quot;y&quot;:-14.715820989956647},{&quot;x&quot;:9.341066668687963,&quot;y&quot;:-2.013579698793708},{&quot;x&quot;:-7.574727825985939,&quot;y&quot;:-2.013579698793708},{&quot;x&quot;:-21.191505875107545,&quot;y&quot;:6.739050161296087}],&quot;closed&quot;:true,&quot;cornerRounding&quot;:{&quot;type&quot;:&quot;ARC_LENGTH&quot;,&quot;global&quot;:3.4319197972430766},&quot;selectedObjectIds&quot;:[&quot;b443cb62-2319-476d-bc07-b291aecfa8ea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fe6ae323-7270-411c-892a-8de0b0779487&quot;,&quot;order&quot;:&quot;9999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b5ae58b2-b497-4dbf-8ffd-bf70fc537b55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5ae58b2-b497-4dbf-8ffd-bf70fc537b55&quot;:{&quot;relativeTransform&quot;:{&quot;translate&quot;:{&quot;x&quot;:372.0258106464166,&quot;y&quot;:-239.04342313827703},&quot;rotate&quot;:0,&quot;skewX&quot;:0,&quot;scale&quot;:{&quot;x&quot;:1,&quot;y&quot;:1}},&quot;type&quot;:&quot;FIGURE_OBJECT&quot;,&quot;id&quot;:&quot;b5ae58b2-b497-4dbf-8ffd-bf70fc537b55&quot;,&quot;opacity&quot;:1,&quot;path&quot;:{&quot;type&quot;:&quot;POLY_LINE&quot;,&quot;points&quot;:[{&quot;x&quot;:-23.329172826578112,&quot;y&quot;:15.93362203471252},{&quot;x&quot;:-14.864371166161648,&quot;y&quot;:19.473079708928207},{&quot;x&quot;:-0.410018720045063,&quot;y&quot;:4.33084159901176},{&quot;x&quot;:16.82342305567544,&quot;y&quot;:24.11279358238364},{&quot;x&quot;:16.82342305567543,&quot;y&quot;:11.46094072899862},{&quot;x&quot;:25.094058597278394,&quot;y&quot;:2.1011934548625684},{&quot;x&quot;:25.094058597278394,&quot;y&quot;:-14.715820989956647},{&quot;x&quot;:9.341066668687953,&quot;y&quot;:-20.68163472650311},{&quot;x&quot;:9.341066668687953,&quot;y&quot;:-2.013579698793708},{&quot;x&quot;:-7.574727825985939,&quot;y&quot;:-2.013579698793708},{&quot;x&quot;:-15.225692138561083,&quot;y&quot;:4.750445582447296}],&quot;closed&quot;:true,&quot;cornerRounding&quot;:{&quot;type&quot;:&quot;ARC_LENGTH&quot;,&quot;global&quot;:5.94704346568015},&quot;selectedObjectIds&quot;:[&quot;b5ae58b2-b497-4dbf-8ffd-bf70fc537b55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fe6ae323-7270-411c-892a-8de0b0779487&quot;,&quot;order&quot;:&quot;99995&quot;},&quot;connectorInfo&quot;:{&quot;connectedObjects&quot;:[],&quot;type&quot;:&quot;ELBOW&quot;,&quot;offset&quot;:{&quot;x&quot;:0,&quot;y&quot;:0},&quot;bending&quot;:0.1,&quot;firstElementIsHead&quot;:true,&quot;customized&quot;:true},&quot;name&quot;:&quot;Blob shape (rounded, editable) 3&quot;,&quot;displayName&quot;:&quot;Blob shape (rounded, editable) 3&quot;,&quot;source&quot;:{&quot;id&quot;:&quot;626859487e845041ba48440a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20203e72-60b4-4a5d-a5e1-c12a7c53a590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20203e72-60b4-4a5d-a5e1-c12a7c53a590&quot;:{&quot;relativeTransform&quot;:{&quot;translate&quot;:{&quot;x&quot;:276.3307464819228,&quot;y&quot;:-218.9763903357999},&quot;rotate&quot;:0,&quot;skewX&quot;:0,&quot;scale&quot;:{&quot;x&quot;:1,&quot;y&quot;:1}},&quot;type&quot;:&quot;FIGURE_OBJECT&quot;,&quot;id&quot;:&quot;20203e72-60b4-4a5d-a5e1-c12a7c53a590&quot;,&quot;opacity&quot;:1,&quot;path&quot;:{&quot;type&quot;:&quot;POLY_LINE&quot;,&quot;points&quot;:[{&quot;x&quot;:-14.864371166161648,&quot;y&quot;:19.473079708928207},{&quot;x&quot;:0.10443117481967495,&quot;y&quot;:9.066751536392093},{&quot;x&quot;:15.602168631585517,&quot;y&quot;:23.135790043111676},{&quot;x&quot;:8.182270301987167,&quot;y&quot;:7.535627821758373},{&quot;x&quot;:9.341066668687963,&quot;y&quot;:2.902828793955287},{&quot;x&quot;:9.341066668687963,&quot;y&quot;:-8.25285610869801},{&quot;x&quot;:-0.19919625722405307,&quot;y&quot;:-15.231758349920947},{&quot;x&quot;:-0.19919625722405307,&quot;y&quot;:1.767538714174021},{&quot;x&quot;:-6.27697153374139,&quot;y&quot;:1.767538714174021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fe6ae323-7270-411c-892a-8de0b0779487&quot;,&quot;order&quot;:&quot;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4a75645c-79a8-4428-b61c-da63690c0e61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4a75645c-79a8-4428-b61c-da63690c0e61&quot;:{&quot;relativeTransform&quot;:{&quot;translate&quot;:{&quot;x&quot;:318.7834590440923,&quot;y&quot;:-246.9462145591696},&quot;rotate&quot;:0,&quot;skewX&quot;:0,&quot;scale&quot;:{&quot;x&quot;:1,&quot;y&quot;:1}},&quot;type&quot;:&quot;FIGURE_OBJECT&quot;,&quot;id&quot;:&quot;4a75645c-79a8-4428-b61c-da63690c0e61&quot;,&quot;opacity&quot;:1,&quot;path&quot;:{&quot;type&quot;:&quot;POLY_LINE&quot;,&quot;points&quot;:[{&quot;x&quot;:-9.254623482359769,&quot;y&quot;:2.69926518235493},{&quot;x&quot;:-19.28046558824952,&quot;y&quot;:-11.182670041184721},{&quot;x&quot;:-10.411451417654739,&quot;y&quot;:-19.28046558824952},{&quot;x&quot;:1.6493458788850537,&quot;y&quot;:-21.184700399985974},{&quot;x&quot;:5.94574846646465,&quot;y&quot;:-14.174147472830391},{&quot;x&quot;:-2.1202796090960314,&quot;y&quot;:-4.633131736910048},{&quot;x&quot;:2.146054165372064,&quot;y&quot;:0.11165887532229213},{&quot;x&quot;:10.876599968325978,&quot;y&quot;:-4.092160192195693},{&quot;x&quot;:13.982759708839657,&quot;y&quot;:3.605255662597451},{&quot;x&quot;:3.843690985374354,&quot;y&quot;:11.96667186739786}],&quot;closed&quot;:true,&quot;selectedObjectIds&quot;:[&quot;c545eabf-30c8-443b-808d-9c22e259cd04&quot;]},&quot;pathStyles&quot;:[{&quot;type&quot;:&quot;FILL&quot;,&quot;fillStyle&quot;:&quot;rgba(234,234,234,1)&quot;},{&quot;type&quot;:&quot;STROKE&quot;,&quot;strokeStyle&quot;:&quot;rgba(23,23,23,1)&quot;,&quot;lineWidth&quot;:0.7712186235299807,&quot;lineJoin&quot;:&quot;round&quot;}],&quot;isLocked&quot;:false,&quot;parent&quot;:{&quot;type&quot;:&quot;CHILD&quot;,&quot;parentId&quot;:&quot;fe6ae323-7270-411c-892a-8de0b0779487&quot;,&quot;order&quot;:&quot;99998&quot;},&quot;connectorInfo&quot;:{&quot;connectedObjects&quot;:[],&quot;type&quot;:&quot;LINE&quot;,&quot;offset&quot;:{&quot;x&quot;:0,&quot;y&quot;:0},&quot;bending&quot;:0.1,&quot;firstElementIsHead&quot;:true,&quot;customized&quot;:false},&quot;name&quot;:&quot;Blob shape (polygonal, editable) 2&quot;,&quot;displayName&quot;:&quot;Blob shape (polygonal, editable) 2&quot;,&quot;source&quot;:{&quot;id&quot;:&quot;626859abcee6c37659bdd218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3e610076-1dfb-4668-a8ad-d007f35a190d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3e610076-1dfb-4668-a8ad-d007f35a190d&quot;:{&quot;relativeTransform&quot;:{&quot;translate&quot;:{&quot;x&quot;:271.24946474101654,&quot;y&quot;:-261.99615658049447},&quot;rotate&quot;:0,&quot;skewX&quot;:0,&quot;scale&quot;:{&quot;x&quot;:1,&quot;y&quot;:1}},&quot;type&quot;:&quot;FIGURE_OBJECT&quot;,&quot;id&quot;:&quot;3e610076-1dfb-4668-a8ad-d007f35a190d&quot;,&quot;opacity&quot;:1,&quot;path&quot;:{&quot;type&quot;:&quot;POLY_LINE&quot;,&quot;points&quot;:[{&quot;x&quot;:-6.4310486514027305,&quot;y&quot;:7.058494871860087},{&quot;x&quot;:0.6904571641474251,&quot;y&quot;:5.62912622625229},{&quot;x&quot;:6.750255655989911,&quot;y&quot;:8.386133976582157},{&quot;x&quot;:11.068257681939816,&quot;y&quot;:5.074132920135946},{&quot;x&quot;:5.742417222262258,&quot;y&quot;:0.3313829671790716},{&quot;x&quot;:4.041398962041732,&quot;y&quot;:-5.334109886336879},{&quot;x&quot;:-0.08618197211742626,&quot;y&quot;:-5.521124024005063},{&quot;x&quot;:-3.277195020596935,&quot;y&quot;:-0.7298712987602326},{&quot;x&quot;:-9.168474317268764,&quot;y&quot;:2.4427338518471267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fe6ae323-7270-411c-892a-8de0b0779487&quot;,&quot;order&quot;:&quot;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8efe996a-be14-4e9e-a222-4c77797f605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efe996a-be14-4e9e-a222-4c77797f6058&quot;:{&quot;relativeTransform&quot;:{&quot;translate&quot;:{&quot;x&quot;:271.9124039285682,&quot;y&quot;:-211.56577539489712},&quot;rotate&quot;:0,&quot;skewX&quot;:0,&quot;scale&quot;:{&quot;x&quot;:1,&quot;y&quot;:1}},&quot;type&quot;:&quot;FIGURE_OBJECT&quot;,&quot;id&quot;:&quot;8efe996a-be14-4e9e-a222-4c77797f6058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5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3aa1f5d3-16ec-4a05-9381-7afe8110030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3aa1f5d3-16ec-4a05-9381-7afe81100308&quot;:{&quot;relativeTransform&quot;:{&quot;translate&quot;:{&quot;x&quot;:315.61582320816603,&quot;y&quot;:-188.1800202200214},&quot;rotate&quot;:0,&quot;skewX&quot;:0,&quot;scale&quot;:{&quot;x&quot;:1,&quot;y&quot;:1}},&quot;type&quot;:&quot;FIGURE_OBJECT&quot;,&quot;id&quot;:&quot;3aa1f5d3-16ec-4a05-9381-7afe81100308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7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d1966bb3-63b3-49bc-9075-7117d7cb6b77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1966bb3-63b3-49bc-9075-7117d7cb6b77&quot;:{&quot;relativeTransform&quot;:{&quot;translate&quot;:{&quot;x&quot;:339.00157838304176,&quot;y&quot;:-178.4190515624299},&quot;rotate&quot;:0,&quot;skewX&quot;:0,&quot;scale&quot;:{&quot;x&quot;:1,&quot;y&quot;:1}},&quot;type&quot;:&quot;FIGURE_OBJECT&quot;,&quot;id&quot;:&quot;d1966bb3-63b3-49bc-9075-7117d7cb6b77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8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cd7d05ae-2d89-4693-9dbd-6160c1f74174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d7d05ae-2d89-4693-9dbd-6160c1f74174&quot;:{&quot;relativeTransform&quot;:{&quot;translate&quot;:{&quot;x&quot;:359.51895744901555,&quot;y&quot;:-227.22076179491978},&quot;rotate&quot;:0,&quot;skewX&quot;:0,&quot;scale&quot;:{&quot;x&quot;:1,&quot;y&quot;:1}},&quot;type&quot;:&quot;FIGURE_OBJECT&quot;,&quot;id&quot;:&quot;cd7d05ae-2d89-4693-9dbd-6160c1f74174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9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8b924d1a-54ba-4329-a554-e46cff1205c6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8b924d1a-54ba-4329-a554-e46cff1205c6&quot;:{&quot;relativeTransform&quot;:{&quot;translate&quot;:{&quot;x&quot;:383.8608379935253,&quot;y&quot;:-230.36748562738703},&quot;rotate&quot;:0,&quot;skewX&quot;:0,&quot;scale&quot;:{&quot;x&quot;:1,&quot;y&quot;:1}},&quot;type&quot;:&quot;FIGURE_OBJECT&quot;,&quot;id&quot;:&quot;8b924d1a-54ba-4329-a554-e46cff1205c6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95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6b992ec8-6924-4b7c-b780-4b0bbe0a66c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b992ec8-6924-4b7c-b780-4b0bbe0a66c8&quot;:{&quot;relativeTransform&quot;:{&quot;translate&quot;:{&quot;x&quot;:388.7250230909044,&quot;y&quot;:-250.72446611326595},&quot;rotate&quot;:0,&quot;skewX&quot;:0,&quot;scale&quot;:{&quot;x&quot;:1,&quot;y&quot;:1}},&quot;type&quot;:&quot;FIGURE_OBJECT&quot;,&quot;id&quot;:&quot;6b992ec8-6924-4b7c-b780-4b0bbe0a66c8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97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bfce3582-0507-47a3-bf2d-55642751bd5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fce3582-0507-47a3-bf2d-55642751bd53&quot;:{&quot;relativeTransform&quot;:{&quot;translate&quot;:{&quot;x&quot;:323.66918157463687,&quot;y&quot;:-242.15865416771692},&quot;rotate&quot;:0,&quot;skewX&quot;:0,&quot;scale&quot;:{&quot;x&quot;:1,&quot;y&quot;:1}},&quot;type&quot;:&quot;FIGURE_OBJECT&quot;,&quot;id&quot;:&quot;bfce3582-0507-47a3-bf2d-55642751bd53&quot;,&quot;opacity&quot;:1,&quot;path&quot;:{&quot;type&quot;:&quot;ARC&quot;,&quot;size&quot;:{&quot;x&quot;:4.76870252666528,&quot;y&quot;:4.76870252666528},&quot;startAngle&quot;:3.141592653589793,&quot;sweepAngle&quot;:6.283185307179586,&quot;selectedObjectIds&quot;:[&quot;18905f77-cd6c-4be3-881d-d790ddcc3549&quot;]},&quot;pathStyles&quot;:[{&quot;type&quot;:&quot;FILL&quot;,&quot;fillStyle&quot;:&quot;rgba(228, 13, 13, 1)&quot;},{&quot;type&quot;:&quot;STROKE&quot;,&quot;strokeStyle&quot;:&quot;#171717&quot;,&quot;lineWidth&quot;:0.0953740505333056,&quot;lineJoin&quot;:&quot;round&quot;}],&quot;isLocked&quot;:false,&quot;parent&quot;:{&quot;type&quot;:&quot;CHILD&quot;,&quot;parentId&quot;:&quot;fe6ae323-7270-411c-892a-8de0b0779487&quot;,&quot;order&quot;:&quot;9999998&quot;},&quot;name&quot;:&quot;Circle (line, editable)&quot;,&quot;displayName&quot;:&quot;Circle (line, editable)&quot;,&quot;source&quot;:{&quot;id&quot;:&quot;62584a486f50fac473995f6d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a7a104f4-7294-408c-8fd1-18f8a9d817f0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a7a104f4-7294-408c-8fd1-18f8a9d817f0&quot;:{&quot;relativeTransform&quot;:{&quot;translate&quot;:{&quot;x&quot;:354.67658703529315,&quot;y&quot;:-266.69673772802395},&quot;rotate&quot;:0,&quot;skewX&quot;:0,&quot;scale&quot;:{&quot;x&quot;:1,&quot;y&quot;:1}},&quot;type&quot;:&quot;FIGURE_OBJECT&quot;,&quot;id&quot;:&quot;a7a104f4-7294-408c-8fd1-18f8a9d817f0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2.0420342198824355,&quot;y&quot;:1.4012931086066016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fe6ae323-7270-411c-892a-8de0b0779487&quot;,&quot;order&quot;:&quot;9999999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de003a15-bb67-461b-8f93-03810f665a17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de003a15-bb67-461b-8f93-03810f665a17&quot;:{&quot;relativeTransform&quot;:{&quot;translate&quot;:{&quot;x&quot;:354.67714488565537,&quot;y&quot;:-253.82836151507496},&quot;rotate&quot;:0,&quot;skewX&quot;:0,&quot;scale&quot;:{&quot;x&quot;:1,&quot;y&quot;:1}},&quot;type&quot;:&quot;FIGURE_OBJECT&quot;,&quot;id&quot;:&quot;de003a15-bb67-461b-8f93-03810f665a17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0.7299081772724882,&quot;y&quot;:-0.4186962981452437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fe6ae323-7270-411c-892a-8de0b0779487&quot;,&quot;order&quot;:&quot;99999995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c69bac25-873b-4ca1-a5e4-94c1c382993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69bac25-873b-4ca1-a5e4-94c1c3829933&quot;:{&quot;relativeTransform&quot;:{&quot;translate&quot;:{&quot;x&quot;:367.4022075704724,&quot;y&quot;:-203.9101273328562},&quot;rotate&quot;:0,&quot;skewX&quot;:0,&quot;scale&quot;:{&quot;x&quot;:1,&quot;y&quot;:1}},&quot;type&quot;:&quot;FIGURE_OBJECT&quot;,&quot;id&quot;:&quot;c69bac25-873b-4ca1-a5e4-94c1c3829933&quot;,&quot;opacity&quot;:1,&quot;path&quot;:{&quot;type&quot;:&quot;POLY_LINE&quot;,&quot;points&quot;:[{&quot;x&quot;:-3.105564731694301,&quot;y&quot;:6.20044208885173},{&quot;x&quot;:0.1537810008254501,&quot;y&quot;:3.2291916625952903},{&quot;x&quot;:1.5034402197674046,&quot;y&quot;:4.810770416249052},{&quot;x&quot;:2.465160522773944,&quot;y&quot;:2.910815473312309},{&quot;x&quot;:1.278970968006697,&quot;y&quot;:0.19010039422285044},{&quot;x&quot;:0.9001143146731305,&quot;y&quot;:-3.059953264504068},{&quot;x&quot;:-0.019194746051616113,&quot;y&quot;:-3.167235366534246},{&quot;x&quot;:-9.930068519362806,&quot;y&quot;:-3.1672353665342428},{&quot;x&quot;:-9.930068519362806,&quot;y&quot;:-0.41869629814522114}],&quot;closed&quot;:true,&quot;selectedObjectIds&quot;:[&quot;51c35417-ccd4-484e-824f-834955831933&quot;]},&quot;pathStyles&quot;:[{&quot;type&quot;:&quot;FILL&quot;,&quot;fillStyle&quot;:&quot;rgba(234,234,234,1)&quot;},{&quot;type&quot;:&quot;STROKE&quot;,&quot;strokeStyle&quot;:&quot;rgba(23,23,23,1)&quot;,&quot;lineWidth&quot;:0.77,&quot;lineJoin&quot;:&quot;round&quot;}],&quot;isLocked&quot;:false,&quot;parent&quot;:{&quot;type&quot;:&quot;CHILD&quot;,&quot;parentId&quot;:&quot;fe6ae323-7270-411c-892a-8de0b0779487&quot;,&quot;order&quot;:&quot;99999997&quot;},&quot;connectorInfo&quot;:{&quot;connectedObjects&quot;:[],&quot;type&quot;:&quot;LINE&quot;,&quot;offset&quot;:{&quot;x&quot;:0,&quot;y&quot;:0},&quot;bending&quot;:0.1,&quot;firstElementIsHead&quot;:true,&quot;customized&quot;:true},&quot;name&quot;:&quot;Blob shape (polygonal, editable) 3&quot;,&quot;displayName&quot;:&quot;Blob shape (polygonal, editable) 3&quot;,&quot;source&quot;:{&quot;id&quot;:&quot;6268598e161aef45153c4815&quot;,&quot;type&quot;:&quot;ASSETS&quot;},&quot;isPremium&quot;:false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b190ce8b-4186-4741-bf99-27f537043223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b190ce8b-4186-4741-bf99-27f537043223&quot;:{&quot;type&quot;:&quot;FIGURE_OBJECT&quot;,&quot;id&quot;:&quot;b190ce8b-4186-4741-bf99-27f537043223&quot;,&quot;relativeTransform&quot;:{&quot;translate&quot;:{&quot;x&quot;:6.298531972822104,&quot;y&quot;:3.4422736638123297},&quot;rotate&quot;:0,&quot;skewX&quot;:0,&quot;scale&quot;:{&quot;x&quot;:1,&quot;y&quot;:1}},&quot;opacity&quot;:1,&quot;path&quot;:{&quot;type&quot;:&quot;POLY_LINE&quot;,&quot;points&quot;:[{&quot;x&quot;:379.5501704661092,&quot;y&quot;:-122.52745743275295},{&quot;x&quot;:428.48599868105094,&quot;y&quot;:-15.04542243381729},{&quot;x&quot;:409.2744773342734,&quot;y&quot;:76.06175223139319},{&quot;x&quot;:376.1307978125976,&quot;y&quot;:154.44158703271592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fe6ae323-7270-411c-892a-8de0b0779487&quot;,&quot;order&quot;:&quot;99999998&quot;},&quot;connectorInfo&quot;:{&quot;type&quot;:&quot;QUADRATIC&quot;,&quot;offset&quot;:{&quot;x&quot;:0,&quot;y&quot;:0},&quot;bending&quot;:0.1,&quot;customized&quot;:true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cca45015-070f-4a7d-a257-5723c62128ec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cca45015-070f-4a7d-a257-5723c62128ec&quot;:{&quot;relativeTransform&quot;:{&quot;translate&quot;:{&quot;x&quot;:461.12446460221685,&quot;y&quot;:-104.24106735556705},&quot;rotate&quot;:0,&quot;skewX&quot;:0,&quot;scale&quot;:{&quot;x&quot;:1,&quot;y&quot;:1}},&quot;type&quot;:&quot;FIGURE_OBJECT&quot;,&quot;id&quot;:&quot;cca45015-070f-4a7d-a257-5723c62128ec&quot;,&quot;parent&quot;:{&quot;type&quot;:&quot;CHILD&quot;,&quot;parentId&quot;:&quot;fe6ae323-7270-411c-892a-8de0b0779487&quot;,&quot;order&quot;:&quot;99999999&quot;},&quot;name&quot;:&quot;Centrifugation (falcon tube with 1/2 liquid into centrifuge)&quot;,&quot;displayName&quot;:&quot;Centrifugation (falcon tube with 1/2 liquid into centrifuge)&quot;,&quot;source&quot;:{&quot;id&quot;:&quot;606df78aa5a2b400a04308cd&quot;,&quot;type&quot;:&quot;ASSETS&quot;},&quot;isPremium&quot;:true},&quot;13c8c774-52cc-4c92-8d3c-6ea2150dc9f5&quot;:{&quot;type&quot;:&quot;FIGURE_OBJECT&quot;,&quot;id&quot;:&quot;13c8c774-52cc-4c92-8d3c-6ea2150dc9f5&quot;,&quot;name&quot;:&quot;Centrifuge (full)&quot;,&quot;relativeTransform&quot;:{&quot;translate&quot;:{&quot;x&quot;:-128.1065031449059,&quot;y&quot;:105.91916524200667},&quot;rotate&quot;:0,&quot;skewX&quot;:0,&quot;scale&quot;:{&quot;x&quot;:0.25412427123168513,&quot;y&quot;:0.25412427123168513}},&quot;opacity&quot;:1,&quot;image&quot;:{&quot;url&quot;:&quot;https://icons.biorender.com/biorender/5d38624fef208400046a7956/20190724135232/image/centrifuge-full.png&quot;,&quot;fallbackUrl&quot;:&quot;https://res.cloudinary.com/dlcjuc3ej/image/upload/v1563976352/as6unpq4gu6ddghbhc6t.svg#/keystone/api/icons/5d38624fef208400046a7956/20190724135232/image/centrifuge-full.svg&quot;,&quot;size&quot;:{&quot;x&quot;:381,&quot;y&quot;:424},&quot;isPremium&quot;:false,&quot;isPacked&quot;:true},&quot;source&quot;:{&quot;id&quot;:&quot;5d38624fef208400046a7956&quot;,&quot;type&quot;:&quot;ASSETS&quot;},&quot;pathStyles&quot;:[{&quot;type&quot;:&quot;FILL&quot;,&quot;fillStyle&quot;:&quot;rgb(0,0,0)&quot;}],&quot;isLocked&quot;:false,&quot;parent&quot;:{&quot;type&quot;:&quot;CHILD&quot;,&quot;parentId&quot;:&quot;cca45015-070f-4a7d-a257-5723c62128ec&quot;,&quot;order&quot;:&quot;2&quot;}},&quot;d028c687-fb0a-4424-ab9f-f273526668d0&quot;:{&quot;type&quot;:&quot;FIGURE_OBJECT&quot;,&quot;id&quot;:&quot;d028c687-fb0a-4424-ab9f-f273526668d0&quot;,&quot;relativeTransform&quot;:{&quot;translate&quot;:{&quot;x&quot;:-172.88282817880787,&quot;y&quot;:88.47958771167774},&quot;rotate&quot;:0},&quot;opacity&quot;:1,&quot;path&quot;:{&quot;type&quot;:&quot;POLY_LINE&quot;,&quot;points&quot;:[{&quot;x&quot;:-18.282314716435323,&quot;y&quot;:-13.00857008669435},{&quot;x&quot;:4.239705505497501,&quot;y&quot;:-5.95850503475325},{&quot;x&quot;:18.282314716435323,&quot;y&quot;:13.008570086694405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ff&quot;,&quot;0.45&quot;:&quot;#232323ff&quot;}},&quot;lineWidth&quot;:1.9364269467854407,&quot;lineJoin&quot;:&quot;round&quot;}],&quot;pathSmoothing&quot;:{&quot;type&quot;:&quot;CATMULL_SMOOTHING&quot;,&quot;smoothing&quot;:0.2},&quot;pathMarkers&quot;:{&quot;markerEnd&quot;:{&quot;type&quot;:&quot;PATH&quot;,&quot;units&quot;:{&quot;type&quot;:&quot;STROKE_WIDTH&quot;,&quot;scale&quot;:0.9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cca45015-070f-4a7d-a257-5723c62128ec&quot;,&quot;order&quot;:&quot;5&quot;}},&quot;27ab76a7-7227-4af5-9fb2-32dd9e622550&quot;:{&quot;type&quot;:&quot;FIGURE_OBJECT&quot;,&quot;id&quot;:&quot;27ab76a7-7227-4af5-9fb2-32dd9e622550&quot;,&quot;parent&quot;:{&quot;type&quot;:&quot;CHILD&quot;,&quot;parentId&quot;:&quot;cca45015-070f-4a7d-a257-5723c62128ec&quot;,&quot;order&quot;:&quot;7&quot;},&quot;relativeTransform&quot;:{&quot;translate&quot;:{&quot;x&quot;:-181.15387303835553,&quot;y&quot;:62.137605249079705},&quot;rotate&quot;:0}},&quot;71515aef-0089-4e2f-9cd3-8a1177c3e66d&quot;:{&quot;id&quot;:&quot;71515aef-0089-4e2f-9cd3-8a1177c3e66d&quot;,&quot;name&quot;:&quot;Falcon tube (50mL, 1/2 liquid)&quot;,&quot;type&quot;:&quot;FIGURE_OBJECT&quot;,&quot;relativeTransform&quot;:{&quot;translate&quot;:{&quot;x&quot;:-19.055939969196505,&quot;y&quot;:20.440236456514555},&quot;rotate&quot;:0,&quot;skewX&quot;:0,&quot;scale&quot;:{&quot;x&quot;:0.2735060027579831,&quot;y&quot;:0.2735060027579831}},&quot;image&quot;:{&quot;url&quot;:&quot;https://icons.biorender.com/biorender/606c7350c6644b0028d7d251/20210406144412/image/falcon-tube-50-ml-1-2-liquid.png&quot;,&quot;fallbackUrl&quot;:&quot;https://res.cloudinary.com/dlcjuc3ej/image/upload/v1617720252/kejk6pnwrn9mjvtua5ju.svg#/keystone/api/icons/606c7350c6644b0028d7d251/20210406144412/image/falcon-tube-50-ml-1-2-liquid.svg&quot;,&quot;isPremium&quot;:false,&quot;isPacked&quot;:true,&quot;size&quot;:{&quot;x&quot;:75,&quot;y&quot;:243.57142857142858}},&quot;source&quot;:{&quot;id&quot;:&quot;606c7350c6644b0028d7d251&quot;,&quot;type&quot;:&quot;ASSETS&quot;},&quot;parent&quot;:{&quot;type&quot;:&quot;CHILD&quot;,&quot;parentId&quot;:&quot;27ab76a7-7227-4af5-9fb2-32dd9e622550&quot;,&quot;order&quot;:&quot;2&quot;}},&quot;01279c8a-83b1-46cd-bf57-f83cb4beb2a6&quot;:{&quot;id&quot;:&quot;01279c8a-83b1-46cd-bf57-f83cb4beb2a6&quot;,&quot;name&quot;:&quot;Screw cap 1&quot;,&quot;type&quot;:&quot;FIGURE_OBJECT&quot;,&quot;relativeTransform&quot;:{&quot;translate&quot;:{&quot;x&quot;:-19.055887911003417,&quot;y&quot;:-5.375234703968376},&quot;rotate&quot;:0,&quot;skewX&quot;:0,&quot;scale&quot;:{&quot;x&quot;:0.441690864971708,&quot;y&quot;:0.441690864971708}},&quot;image&quot;:{&quot;url&quot;:&quot;https://icons.biorender.com/biorender/5f0769b39d890700268f57af/20200709190333/image/screw-cap-1.png&quot;,&quot;fallbackUrl&quot;:&quot;https://res.cloudinary.com/dlcjuc3ej/image/upload/v1594321413/yim6f1jzzsm0kkdia3wg.svg#/keystone/api/icons/5f0769b39d890700268f57af/20200709190333/image/screw-cap-1.svg&quot;,&quot;isPremium&quot;:false,&quot;isPacked&quot;:true,&quot;size&quot;:{&quot;x&quot;:50,&quot;y&quot;:36.55913978494623}},&quot;source&quot;:{&quot;id&quot;:&quot;5f0769b39d890700268f57af&quot;,&quot;type&quot;:&quot;ASSETS&quot;},&quot;parent&quot;:{&quot;type&quot;:&quot;CHILD&quot;,&quot;parentId&quot;:&quot;27ab76a7-7227-4af5-9fb2-32dd9e622550&quot;,&quot;order&quot;:&quot;5&quot;},&quot;opacity&quot;:1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860afcf6-1f0f-45c2-818f-c59e697553c0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65eab11-a0b0-4d13-81da-a56bdd9a063e&quot;:{&quot;id&quot;:&quot;665eab11-a0b0-4d13-81da-a56bdd9a063e&quot;,&quot;name&quot;:&quot;Daphnia magna&quot;,&quot;displayName&quot;:&quot;&quot;,&quot;type&quot;:&quot;FIGURE_OBJECT&quot;,&quot;relativeTransform&quot;:{&quot;translate&quot;:{&quot;x&quot;:249.31069681384093,&quot;y&quot;:235.1510496246841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860afcf6-1f0f-45c2-818f-c59e697553c0&quot;,&quot;order&quot;:&quot;2&quot;}},&quot;494b0417-d3d0-43cc-8de0-46505f80cd5c&quot;:{&quot;id&quot;:&quot;494b0417-d3d0-43cc-8de0-46505f80cd5c&quot;,&quot;name&quot;:&quot;Beaker (small, full)&quot;,&quot;displayName&quot;:&quot;Small beaker (full)&quot;,&quot;type&quot;:&quot;FIGURE_OBJECT&quot;,&quot;relativeTransform&quot;:{&quot;translate&quot;:{&quot;x&quot;:263.18438275360575,&quot;y&quot;:224.2213027975049},&quot;rotate&quot;:0,&quot;skewX&quot;:0,&quot;scale&quot;:{&quot;x&quot;:1,&quot;y&quot;:1}},&quot;image&quot;:{&quot;url&quot;:&quot;https://icons.cdn.biorender.com/biorender/5f232cd924a05b0028e8a35a/20220614182522/image/5f232cd924a05b0028e8a35a.png&quot;,&quot;isPremium&quot;:false,&quot;isOrgIcon&quot;:false,&quot;size&quot;:{&quot;x&quot;:100,&quot;y&quot;:130.67484662576686}},&quot;source&quot;:{&quot;id&quot;:&quot;5f232cd924a05b0028e8a35a&quot;,&quot;version&quot;:&quot;20220614182522&quot;,&quot;type&quot;:&quot;ASSETS&quot;},&quot;isPremium&quot;:false,&quot;parent&quot;:{&quot;type&quot;:&quot;CHILD&quot;,&quot;parentId&quot;:&quot;860afcf6-1f0f-45c2-818f-c59e697553c0&quot;,&quot;order&quot;:&quot;1&quot;}},&quot;af9df62c-cb4b-4e17-85c0-a86580550b3f&quot;:{&quot;id&quot;:&quot;af9df62c-cb4b-4e17-85c0-a86580550b3f&quot;,&quot;name&quot;:&quot;Daphnia magna&quot;,&quot;displayName&quot;:&quot;&quot;,&quot;type&quot;:&quot;FIGURE_OBJECT&quot;,&quot;relativeTransform&quot;:{&quot;translate&quot;:{&quot;x&quot;:279.726914188869,&quot;y&quot;:249.46986483863236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860afcf6-1f0f-45c2-818f-c59e697553c0&quot;,&quot;order&quot;:&quot;5&quot;}},&quot;992ece57-6621-4793-9d94-19ba839cee39&quot;:{&quot;id&quot;:&quot;992ece57-6621-4793-9d94-19ba839cee39&quot;,&quot;name&quot;:&quot;Daphnia magna&quot;,&quot;displayName&quot;:&quot;&quot;,&quot;type&quot;:&quot;FIGURE_OBJECT&quot;,&quot;relativeTransform&quot;:{&quot;translate&quot;:{&quot;x&quot;:249.31124030900406,&quot;y&quot;:262.61082135786745},&quot;rotate&quot;:0,&quot;skewX&quot;:0,&quot;scale&quot;:{&quot;x&quot;:0.25837977261188744,&quot;y&quot;:0.25837977261188744}},&quot;image&quot;:{&quot;url&quot;:&quot;https://icons.cdn.biorender.com/biorender/5bc9f4a1a451c51200f09ca5/20181019151518/image/5bc9f4a1a451c51200f09ca5.png&quot;,&quot;isPremium&quot;:false,&quot;isOrgIcon&quot;:false,&quot;size&quot;:{&quot;x&quot;:100,&quot;y&quot;:132.43243243243245}},&quot;source&quot;:{&quot;id&quot;:&quot;5bc9f4a1a451c51200f09ca5&quot;,&quot;version&quot;:&quot;20181019151518&quot;,&quot;type&quot;:&quot;ASSETS&quot;},&quot;isPremium&quot;:false,&quot;parent&quot;:{&quot;type&quot;:&quot;CHILD&quot;,&quot;parentId&quot;:&quot;860afcf6-1f0f-45c2-818f-c59e697553c0&quot;,&quot;order&quot;:&quot;7&quot;}},&quot;860afcf6-1f0f-45c2-818f-c59e697553c0&quot;:{&quot;type&quot;:&quot;FIGURE_OBJECT&quot;,&quot;id&quot;:&quot;860afcf6-1f0f-45c2-818f-c59e697553c0&quot;,&quot;parent&quot;:{&quot;type&quot;:&quot;CHILD&quot;,&quot;parentId&quot;:&quot;fe6ae323-7270-411c-892a-8de0b0779487&quot;,&quot;order&quot;:&quot;999999999&quot;},&quot;relativeTransform&quot;:{&quot;translate&quot;:{&quot;x&quot;:21.41583333241789,&quot;y&quot;:-45.64433771898513},&quot;rotate&quot;:0,&quot;skewX&quot;:0,&quot;scale&quot;:{&quot;x&quot;:1,&quot;y&quot;:1}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f7de4aa8-3a99-4053-84db-8d7de330cbde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f7de4aa8-3a99-4053-84db-8d7de330cbde&quot;:{&quot;type&quot;:&quot;FIGURE_OBJECT&quot;,&quot;id&quot;:&quot;f7de4aa8-3a99-4053-84db-8d7de330cbde&quot;,&quot;relativeTransform&quot;:{&quot;translate&quot;:{&quot;x&quot;:10.346739961860742,&quot;y&quot;:231.55631088777162},&quot;rotate&quot;:-2.4492935982947064e-16,&quot;skewX&quot;:0,&quot;scale&quot;:{&quot;x&quot;:1,&quot;y&quot;:1}},&quot;opacity&quot;:1,&quot;path&quot;:{&quot;type&quot;:&quot;POLY_LINE&quot;,&quot;points&quot;:[{&quot;x&quot;:73.80960730551733,&quot;y&quot;:0},{&quot;x&quot;:-73.80960730551733,&quot;y&quot;:0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fe6ae323-7270-411c-892a-8de0b0779487&quot;,&quot;order&quot;:&quot;9999999995&quot;},&quot;connectorInfo&quot;:{&quot;type&quot;:&quot;LINE&quot;,&quot;offset&quot;:{&quot;x&quot;:0,&quot;y&quot;:0},&quot;bending&quot;:0.1,&quot;customized&quot;:false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08e7f530-3932-4875-b0ee-52749542d93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8e7f530-3932-4875-b0ee-52749542d938&quot;:{&quot;id&quot;:&quot;08e7f530-3932-4875-b0ee-52749542d938&quot;,&quot;name&quot;:&quot;Cryostat&quot;,&quot;displayName&quot;:&quot;&quot;,&quot;type&quot;:&quot;FIGURE_OBJECT&quot;,&quot;relativeTransform&quot;:{&quot;translate&quot;:{&quot;x&quot;:20.256646608717595,&quot;y&quot;:157.50461542076357},&quot;rotate&quot;:0,&quot;skewX&quot;:0,&quot;scale&quot;:{&quot;x&quot;:0.3901023015612867,&quot;y&quot;:0.3901023015612867}},&quot;image&quot;:{&quot;url&quot;:&quot;https://icons.cdn.biorender.com/biorender/5e1e1337a5377000288809a5/20200114192834/image/5e1e1337a5377000288809a5.png&quot;,&quot;isPremium&quot;:false,&quot;isOrgIcon&quot;:false,&quot;size&quot;:{&quot;x&quot;:250,&quot;y&quot;:316.29392971246006}},&quot;source&quot;:{&quot;id&quot;:&quot;5e1e1337a5377000288809a5&quot;,&quot;version&quot;:&quot;20200114192834&quot;,&quot;type&quot;:&quot;ASSETS&quot;},&quot;isPremium&quot;:false,&quot;parent&quot;:{&quot;type&quot;:&quot;CHILD&quot;,&quot;parentId&quot;:&quot;fe6ae323-7270-411c-892a-8de0b0779487&quot;,&quot;order&quot;:&quot;9999999997&quot;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5af7b6cd-daec-4e86-ba4c-868a079ced82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5af7b6cd-daec-4e86-ba4c-868a079ced82&quot;:{&quot;id&quot;:&quot;5af7b6cd-daec-4e86-ba4c-868a079ced82&quot;,&quot;name&quot;:&quot;Mass Spectrometry (timsTOF SCP)&quot;,&quot;displayName&quot;:&quot;&quot;,&quot;type&quot;:&quot;FIGURE_OBJECT&quot;,&quot;relativeTransform&quot;:{&quot;translate&quot;:{&quot;x&quot;:-375.2812296437022,&quot;y&quot;:73.48730140634053},&quot;rotate&quot;:0,&quot;skewX&quot;:0,&quot;scale&quot;:{&quot;x&quot;:0.3010138616296726,&quot;y&quot;:0.3010138616296726}},&quot;image&quot;:{&quot;url&quot;:&quot;https://icons.cdn.biorender.com/biorender/655b75bc1fe354744149862d/20231120150622/image/655b75bc1fe354744149862d.png&quot;,&quot;isPremium&quot;:false,&quot;isOrgIcon&quot;:false,&quot;size&quot;:{&quot;x&quot;:200,&quot;y&quot;:313.13131313131316}},&quot;source&quot;:{&quot;id&quot;:&quot;655b75bc1fe354744149862d&quot;,&quot;version&quot;:&quot;20231120150622&quot;,&quot;type&quot;:&quot;ASSETS&quot;},&quot;isPremium&quot;:false,&quot;parent&quot;:{&quot;type&quot;:&quot;CHILD&quot;,&quot;parentId&quot;:&quot;fe6ae323-7270-411c-892a-8de0b0779487&quot;,&quot;order&quot;:&quot;99999999995&quot;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f8473bc2-2585-41f7-b8c6-7cebe7ec4006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22f2a48-9f25-49e9-b77d-f136b8dcfb9d&quot;:{&quot;type&quot;:&quot;FIGURE_OBJECT&quot;,&quot;id&quot;:&quot;022f2a48-9f25-49e9-b77d-f136b8dcfb9d&quot;,&quot;parent&quot;:{&quot;type&quot;:&quot;CHILD&quot;,&quot;parentId&quot;:&quot;f8473bc2-2585-41f7-b8c6-7cebe7ec4006&quot;,&quot;order&quot;:&quot;2&quot;},&quot;relativeTransform&quot;:{&quot;translate&quot;:{&quot;x&quot;:-232.25363456687194,&quot;y&quot;:197.77159423777783},&quot;rotate&quot;:0}},&quot;f13b177b-d107-4182-871b-882328ab6e6d&quot;:{&quot;type&quot;:&quot;FIGURE_OBJECT&quot;,&quot;id&quot;:&quot;f13b177b-d107-4182-871b-882328ab6e6d&quot;,&quot;parent&quot;:{&quot;type&quot;:&quot;CHILD&quot;,&quot;parentId&quot;:&quot;022f2a48-9f25-49e9-b77d-f136b8dcfb9d&quot;,&quot;order&quot;:&quot;05&quot;},&quot;relativeTransform&quot;:{&quot;translate&quot;:{&quot;x&quot;:-7.671855547357127,&quot;y&quot;:-9.031455782762126},&quot;rotate&quot;:0}},&quot;aae21570-c909-4859-81a2-8d2d55300fa4&quot;:{&quot;id&quot;:&quot;aae21570-c909-4859-81a2-8d2d55300fa4&quot;,&quot;name&quot;:&quot;Light-sheet fluorescence microscope (UltraMicroscope II)&quot;,&quot;displayName&quot;:&quot;&quot;,&quot;type&quot;:&quot;FIGURE_OBJECT&quot;,&quot;relativeTransform&quot;:{&quot;translate&quot;:{&quot;x&quot;:57.11785549098211,&quot;y&quot;:-85.39339079961405},&quot;rotate&quot;:0,&quot;skewX&quot;:0,&quot;scale&quot;:{&quot;x&quot;:0.24409339953411155,&quot;y&quot;:0.24409339953411152}},&quot;image&quot;:{&quot;url&quot;:&quot;https://icons.cdn.biorender.com/biorender/5ca7be86117774330009997b/20190405204650/image/5ca7be86117774330009997b.png&quot;,&quot;isPremium&quot;:true,&quot;isOrgIcon&quot;:false,&quot;size&quot;:{&quot;x&quot;:200,&quot;y&quot;:295.76271186440675}},&quot;source&quot;:{&quot;id&quot;:&quot;5ca7be86117774330009997b&quot;,&quot;version&quot;:&quot;20190405204650&quot;,&quot;type&quot;:&quot;ASSETS&quot;},&quot;isPremium&quot;:true,&quot;parent&quot;:{&quot;type&quot;:&quot;CHILD&quot;,&quot;parentId&quot;:&quot;f13b177b-d107-4182-871b-882328ab6e6d&quot;,&quot;order&quot;:&quot;5&quot;}},&quot;1666e392-411f-40c9-afea-e2543cc4b449&quot;:{&quot;type&quot;:&quot;FIGURE_OBJECT&quot;,&quot;id&quot;:&quot;1666e392-411f-40c9-afea-e2543cc4b449&quot;,&quot;parent&quot;:{&quot;type&quot;:&quot;CROP&quot;,&quot;parentId&quot;:&quot;f13b177b-d107-4182-871b-882328ab6e6d&quot;,&quot;order&quot;:&quot;5&quot;},&quot;relativeTransform&quot;:{&quot;translate&quot;:{&quot;x&quot;:49.82556517990052,&quot;y&quot;:-111.26729115022988},&quot;rotate&quot;:0,&quot;skewX&quot;:0,&quot;scale&quot;:{&quot;x&quot;:7.048196911547472,&quot;y&quot;:10.222962546589649}},&quot;path&quot;:{&quot;type&quot;:&quot;RECT&quot;,&quot;size&quot;:{&quot;x&quot;:2,&quot;y&quot;:2}},&quot;pathStyles&quot;:[{&quot;type&quot;:&quot;FILL&quot;,&quot;fillStyle&quot;:&quot;#fff&quot;}],&quot;isFrozen&quot;:true},&quot;a416eff3-e8bc-4270-81ec-d26628c4616d&quot;:{&quot;type&quot;:&quot;FIGURE_OBJECT&quot;,&quot;id&quot;:&quot;a416eff3-e8bc-4270-81ec-d26628c4616d&quot;,&quot;relativeTransform&quot;:{&quot;translate&quot;:{&quot;x&quot;:61.0233498835279,&quot;y&quot;:-86.76495161159622},&quot;rotate&quot;:0},&quot;opacity&quot;:1,&quot;path&quot;:{&quot;type&quot;:&quot;RECT&quot;,&quot;size&quot;:{&quot;x&quot;:71.27527266396058,&quot;y&quot;:46.133652511947076},&quot;cornerRounding&quot;:{&quot;type&quot;:&quot;ARC_LENGTH&quot;,&quot;global&quot;:3.834210153830615}},&quot;pathStyles&quot;:[{&quot;type&quot;:&quot;FILL&quot;,&quot;fillStyle&quot;:&quot;rgba(187,187,188,1)&quot;},{&quot;type&quot;:&quot;STROKE&quot;,&quot;strokeStyle&quot;:&quot;rgba(23,23,23,1)&quot;,&quot;lineWidth&quot;:0.4881867990682231,&quot;lineJoin&quot;:&quot;round&quot;}],&quot;isLocked&quot;:false,&quot;parent&quot;:{&quot;type&quot;:&quot;CHILD&quot;,&quot;parentId&quot;:&quot;022f2a48-9f25-49e9-b77d-f136b8dcfb9d&quot;,&quot;order&quot;:&quot;1&quot;}},&quot;4896c0dc-267f-4cfe-9f94-b6e98e21f1da&quot;:{&quot;type&quot;:&quot;FIGURE_OBJECT&quot;,&quot;id&quot;:&quot;4896c0dc-267f-4cfe-9f94-b6e98e21f1da&quot;,&quot;relativeTransform&quot;:{&quot;translate&quot;:{&quot;x&quot;:44.767095614655354,&quot;y&quot;:-87.98554065596656},&quot;rotate&quot;:0},&quot;opacity&quot;:1,&quot;path&quot;:{&quot;type&quot;:&quot;RECT&quot;,&quot;size&quot;:{&quot;x&quot;:22.71752860124022,&quot;y&quot;:22.95234645159203},&quot;cornerRounding&quot;:{&quot;type&quot;:&quot;ARC_LENGTH&quot;,&quot;global&quot;:3.834210153830615}},&quot;pathStyles&quot;:[{&quot;type&quot;:&quot;FILL&quot;,&quot;fillStyle&quot;:&quot;rgba(234,234,234,1)&quot;},{&quot;type&quot;:&quot;STROKE&quot;,&quot;strokeStyle&quot;:&quot;rgba(23,23,23,1)&quot;,&quot;lineWidth&quot;:0.4881867990682231,&quot;lineJoin&quot;:&quot;round&quot;}],&quot;isLocked&quot;:false,&quot;parent&quot;:{&quot;type&quot;:&quot;CHILD&quot;,&quot;parentId&quot;:&quot;022f2a48-9f25-49e9-b77d-f136b8dcfb9d&quot;,&quot;order&quot;:&quot;2&quot;}},&quot;21297b9d-239a-453c-950a-dde033e00a94&quot;:{&quot;type&quot;:&quot;FIGURE_OBJECT&quot;,&quot;id&quot;:&quot;21297b9d-239a-453c-950a-dde033e00a94&quot;,&quot;relativeTransform&quot;:{&quot;translate&quot;:{&quot;x&quot;:44.766973567955596,&quot;y&quot;:-95.53388494315944},&quot;rotate&quot;:0},&quot;opacity&quot;:1,&quot;path&quot;:{&quot;type&quot;:&quot;RECT&quot;,&quot;size&quot;:{&quot;x&quot;:10.190899430549145,&quot;y&quot;:1.5028830609315074},&quot;cornerRounding&quot;:{&quot;type&quot;:&quot;ARC_LENGTH&quot;,&quot;global&quot;:3.834210153830615}},&quot;pathStyles&quot;:[{&quot;type&quot;:&quot;FILL&quot;,&quot;fillStyle&quot;:&quot;rgba(234,234,234,1)&quot;},{&quot;type&quot;:&quot;STROKE&quot;,&quot;strokeStyle&quot;:&quot;rgba(23,23,23,1)&quot;,&quot;lineWidth&quot;:0.4881867990682231,&quot;lineJoin&quot;:&quot;round&quot;}],&quot;isLocked&quot;:false,&quot;parent&quot;:{&quot;type&quot;:&quot;CHILD&quot;,&quot;parentId&quot;:&quot;022f2a48-9f25-49e9-b77d-f136b8dcfb9d&quot;,&quot;order&quot;:&quot;3&quot;}},&quot;6e79e61d-28e3-47cc-8684-96e0cda5f921&quot;:{&quot;type&quot;:&quot;FIGURE_OBJECT&quot;,&quot;id&quot;:&quot;6e79e61d-28e3-47cc-8684-96e0cda5f921&quot;,&quot;relativeTransform&quot;:{&quot;translate&quot;:{&quot;x&quot;:61.0233498835279,&quot;y&quot;:-68.15282989712023},&quot;rotate&quot;:0},&quot;opacity&quot;:1,&quot;path&quot;:{&quot;type&quot;:&quot;RECT&quot;,&quot;size&quot;:{&quot;x&quot;:71.27527266396058,&quot;y&quot;:8.909409082995078},&quot;cornerRounding&quot;:{&quot;type&quot;:&quot;ARC_LENGTH&quot;,&quot;global&quot;:3.834210153830615}},&quot;pathStyles&quot;:[{&quot;type&quot;:&quot;FILL&quot;,&quot;fillStyle&quot;:&quot;rgba(70,69,70,1)&quot;},{&quot;type&quot;:&quot;STROKE&quot;,&quot;strokeStyle&quot;:&quot;rgba(70,69,70,1)&quot;,&quot;lineWidth&quot;:0.4881867990682231,&quot;lineJoin&quot;:&quot;round&quot;}],&quot;isLocked&quot;:false,&quot;parent&quot;:{&quot;type&quot;:&quot;CHILD&quot;,&quot;parentId&quot;:&quot;022f2a48-9f25-49e9-b77d-f136b8dcfb9d&quot;,&quot;order&quot;:&quot;5&quot;}},&quot;d0d7543a-67c3-465e-b13f-f04b72843dac&quot;:{&quot;type&quot;:&quot;FIGURE_OBJECT&quot;,&quot;id&quot;:&quot;d0d7543a-67c3-465e-b13f-f04b72843dac&quot;,&quot;relativeTransform&quot;:{&quot;translate&quot;:{&quot;x&quot;:61.051437731111086,&quot;y&quot;:-73.08612553979759},&quot;rotate&quot;:0},&quot;opacity&quot;:1,&quot;path&quot;:{&quot;type&quot;:&quot;RECT&quot;,&quot;size&quot;:{&quot;x&quot;:70.7309101697259,&quot;y&quot;:5.870110182609425},&quot;cornerRounding&quot;:{&quot;type&quot;:&quot;ARC_LENGTH&quot;,&quot;global&quot;:0},&quot;selectedObjectIds&quot;:[&quot;0a1a5649-3517-4ba3-98e6-20f620b9a7cc&quot;]},&quot;pathStyles&quot;:[{&quot;type&quot;:&quot;FILL&quot;,&quot;fillStyle&quot;:&quot;rgba(187,187,188,1)&quot;},{&quot;type&quot;:&quot;STROKE&quot;,&quot;strokeStyle&quot;:&quot;rgba(0,0,0,0)&quot;,&quot;lineWidth&quot;:0.4881867990682231,&quot;lineJoin&quot;:&quot;round&quot;}],&quot;isLocked&quot;:false,&quot;parent&quot;:{&quot;type&quot;:&quot;CHILD&quot;,&quot;parentId&quot;:&quot;022f2a48-9f25-49e9-b77d-f136b8dcfb9d&quot;,&quot;order&quot;:&quot;6&quot;}},&quot;30d6547a-d07a-4078-ac85-977fc007d2da&quot;:{&quot;type&quot;:&quot;FIGURE_OBJECT&quot;,&quot;id&quot;:&quot;30d6547a-d07a-4078-ac85-977fc007d2da&quot;,&quot;relativeTransform&quot;:{&quot;translate&quot;:{&quot;x&quot;:33.19461440846639,&quot;y&quot;:-63.020434814400296},&quot;rotate&quot;:0},&quot;opacity&quot;:1,&quot;path&quot;:{&quot;type&quot;:&quot;RECT&quot;,&quot;size&quot;:{&quot;x&quot;:8.207923831547712,&quot;y&quot;:2.345291082755014},&quot;cornerRounding&quot;:{&quot;type&quot;:&quot;ARC_LENGTH&quot;,&quot;global&quot;:3.834210153830615}},&quot;pathStyles&quot;:[{&quot;type&quot;:&quot;FILL&quot;,&quot;fillStyle&quot;:&quot;rgba(70,69,70,1)&quot;},{&quot;type&quot;:&quot;STROKE&quot;,&quot;strokeStyle&quot;:&quot;rgba(70,69,70,1)&quot;,&quot;lineWidth&quot;:0.4881867990682231,&quot;lineJoin&quot;:&quot;round&quot;}],&quot;isLocked&quot;:false,&quot;parent&quot;:{&quot;type&quot;:&quot;CHILD&quot;,&quot;parentId&quot;:&quot;022f2a48-9f25-49e9-b77d-f136b8dcfb9d&quot;,&quot;order&quot;:&quot;7&quot;}},&quot;a282a28c-2dac-45fd-b3d9-a11effb9ed91&quot;:{&quot;type&quot;:&quot;FIGURE_OBJECT&quot;,&quot;id&quot;:&quot;a282a28c-2dac-45fd-b3d9-a11effb9ed91&quot;,&quot;relativeTransform&quot;:{&quot;translate&quot;:{&quot;x&quot;:90.05798357036,&quot;y&quot;:-63.02040110760175},&quot;rotate&quot;:0},&quot;opacity&quot;:1,&quot;path&quot;:{&quot;type&quot;:&quot;RECT&quot;,&quot;size&quot;:{&quot;x&quot;:8.207923831547712,&quot;y&quot;:2.345291082755014},&quot;cornerRounding&quot;:{&quot;type&quot;:&quot;ARC_LENGTH&quot;,&quot;global&quot;:3.834210153830615}},&quot;pathStyles&quot;:[{&quot;type&quot;:&quot;FILL&quot;,&quot;fillStyle&quot;:&quot;rgba(70,69,70,1)&quot;},{&quot;type&quot;:&quot;STROKE&quot;,&quot;strokeStyle&quot;:&quot;rgba(70,69,70,1)&quot;,&quot;lineWidth&quot;:0.4881867990682231,&quot;lineJoin&quot;:&quot;round&quot;}],&quot;isLocked&quot;:false,&quot;parent&quot;:{&quot;type&quot;:&quot;CHILD&quot;,&quot;parentId&quot;:&quot;022f2a48-9f25-49e9-b77d-f136b8dcfb9d&quot;,&quot;order&quot;:&quot;8&quot;}},&quot;8aefdec9-c8b5-4b66-995c-fdc87985b425&quot;:{&quot;type&quot;:&quot;FIGURE_OBJECT&quot;,&quot;id&quot;:&quot;8aefdec9-c8b5-4b66-995c-fdc87985b425&quot;,&quot;parent&quot;:{&quot;type&quot;:&quot;CHILD&quot;,&quot;parentId&quot;:&quot;f8473bc2-2585-41f7-b8c6-7cebe7ec4006&quot;,&quot;order&quot;:&quot;5&quot;},&quot;relativeTransform&quot;:{&quot;translate&quot;:{&quot;x&quot;:-199.55101380088576,&quot;y&quot;:141.82929998391927},&quot;rotate&quot;:0}},&quot;ef8af754-ea8d-4347-90c9-e0f8e2d32988&quot;:{&quot;relativeTransform&quot;:{&quot;translate&quot;:{&quot;x&quot;:42.43722166759811,&quot;y&quot;:-76.28380345453593},&quot;rotate&quot;:0},&quot;type&quot;:&quot;FIGURE_OBJECT&quot;,&quot;id&quot;:&quot;ef8af754-ea8d-4347-90c9-e0f8e2d32988&quot;,&quot;name&quot;:&quot;FTIR spectrograph&quot;,&quot;displayName&quot;:&quot;FTIR spectograph&quot;,&quot;opacity&quot;:1,&quot;source&quot;:{&quot;id&quot;:&quot;5e66897511258f0098d90875&quot;,&quot;type&quot;:&quot;ASSETS&quot;},&quot;pathStyles&quot;:[{&quot;type&quot;:&quot;FILL&quot;,&quot;fillStyle&quot;:&quot;rgb(0,0,0)&quot;}],&quot;isLocked&quot;:false,&quot;parent&quot;:{&quot;type&quot;:&quot;CHILD&quot;,&quot;parentId&quot;:&quot;8aefdec9-c8b5-4b66-995c-fdc87985b425&quot;,&quot;order&quot;:&quot;5&quot;},&quot;isPremium&quot;:true},&quot;40507c0e-989c-40d8-918a-187c37a6012f&quot;:{&quot;type&quot;:&quot;FIGURE_OBJECT&quot;,&quot;id&quot;:&quot;40507c0e-989c-40d8-918a-187c37a6012f&quot;,&quot;relativeTransform&quot;:{&quot;translate&quot;:{&quot;x&quot;:1.2386387860337882,&quot;y&quot;:-1.2741111494976096},&quot;rotate&quot;:3.141592653589793},&quot;opacity&quot;:1,&quot;path&quot;:{&quot;type&quot;:&quot;POLY_LINE&quot;,&quot;points&quot;:[{&quot;x&quot;:12.668856222493428,&quot;y&quot;:8.512609249953478},{&quot;x&quot;:12.668856222493428,&quot;y&quot;:-8.512609249953478},{&quot;x&quot;:-12.668856222493428,&quot;y&quot;:-8.512609249953478}],&quot;closed&quot;:false},&quot;pathStyles&quot;:[{&quot;type&quot;:&quot;FILL&quot;,&quot;fillStyle&quot;:&quot;rgba(0,0,0,0)&quot;},{&quot;type&quot;:&quot;STROKE&quot;,&quot;strokeStyle&quot;:&quot;#232323&quot;,&quot;lineWidth&quot;:0.14252332985779242,&quot;lineJoin&quot;:&quot;round&quot;}],&quot;isLocked&quot;:false,&quot;parent&quot;:{&quot;type&quot;:&quot;CHILD&quot;,&quot;parentId&quot;:&quot;ef8af754-ea8d-4347-90c9-e0f8e2d32988&quot;,&quot;order&quot;:&quot;05&quot;}},&quot;a52b737c-4731-4060-8970-4fbceb167b6f&quot;:{&quot;type&quot;:&quot;FIGURE_OBJECT&quot;,&quot;id&quot;:&quot;a52b737c-4731-4060-8970-4fbceb167b6f&quot;,&quot;relativeTransform&quot;:{&quot;translate&quot;:{&quot;x&quot;:1.2762064334887016,&quot;y&quot;:-1.4379520299196284},&quot;rotate&quot;:3.141592653589793},&quot;opacity&quot;:1,&quot;path&quot;:{&quot;type&quot;:&quot;POLY_LINE&quot;,&quot;points&quot;:[{&quot;x&quot;:-12.639481970312081,&quot;y&quot;:-7.264547775302768},{&quot;x&quot;:-12.541643696715083,&quot;y&quot;:-6.87319468091478},{&quot;x&quot;:-12.406182644253004,&quot;y&quot;:-6.694646791678599},{&quot;x&quot;:-12.003533191931599,&quot;y&quot;:-3.448855105019876},{&quot;x&quot;:-11.754576085341478,&quot;y&quot;:-5.1025111490812805},{&quot;x&quot;:-11.449295633216485,&quot;y&quot;:-4.776412236311727},{&quot;x&quot;:-11.250960472403374,&quot;y&quot;:-4.754476848531593},{&quot;x&quot;:-11.077738081777166,&quot;y&quot;:-4.083980753658469},{&quot;x&quot;:-10.976231319163128,&quot;y&quot;:-4.3293995673928505},{&quot;x&quot;:-10.87839304556613,&quot;y&quot;:-4.084803883400358},{&quot;x&quot;:-10.731635635170633,&quot;y&quot;:-4.189975932259924},{&quot;x&quot;:-10.406833271554747,&quot;y&quot;:-3.9130180348053156},{&quot;x&quot;:-10.324695895379286,&quot;y&quot;:-4.192846723726075},{&quot;x&quot;:-10.191882553434894,&quot;y&quot;:-3.929029464383772},{&quot;x&quot;:-10.084988069529432,&quot;y&quot;:-4.0748096025439615},{&quot;x&quot;:-9.997848583193155,&quot;y&quot;:-3.9380464730048614},{&quot;x&quot;:-9.85109117279766,&quot;y&quot;:-4.084803883400358},{&quot;x&quot;:-9.75325289920066,&quot;y&quot;:-3.889127336206364},{&quot;x&quot;:-9.655414625603662,&quot;y&quot;:-4.084803883400358},{&quot;x&quot;:-9.557576352006665,&quot;y&quot;:-3.840208199407865},{&quot;x&quot;:-9.410818941611172,&quot;y&quot;:-4.3293995673928505},{&quot;x&quot;:-9.264061531215672,&quot;y&quot;:-3.9380464730048614},{&quot;x&quot;:-9.06838498402168,&quot;y&quot;:-4.03588474660186},{&quot;x&quot;:-8.921627573626186,&quot;y&quot;:-3.5466933786168724},{&quot;x&quot;:-8.72595102643219,&quot;y&quot;:-3.448855105019876},{&quot;x&quot;:-8.583135920579291,&quot;y&quot;:-3.5595491243330373},{&quot;x&quot;:-8.481355342439699,&quot;y&quot;:-3.180681057218702},{&quot;x&quot;:-8.236759658447204,&quot;y&quot;:-3.2042594210273836},{&quot;x&quot;:-7.9921639744547095,&quot;y&quot;:-2.470472369049903},{&quot;x&quot;:-7.840176240602736,&quot;y&quot;:-1.5948894768411286},{&quot;x&quot;:-7.619235501470942,&quot;y&quot;:-2.7660811337284166},{&quot;x&quot;:-7.30729605927573,&quot;y&quot;:-3.008582873833388},{&quot;x&quot;:-7.209457785678733,&quot;y&quot;:-2.617229779445399},{&quot;x&quot;:-7.013781238484737,&quot;y&quot;:-2.470472369049903},{&quot;x&quot;:-6.9152558589081705,&quot;y&quot;:-2.1256822634596704},{&quot;x&quot;:-6.784921513855384,&quot;y&quot;:-2.5420891739115192},{&quot;x&quot;:-6.622428144096749,&quot;y&quot;:-2.617229779445399},{&quot;x&quot;:-6.426751596902754,&quot;y&quot;:-3.008582873833388},{&quot;x&quot;:-6.328913323305758,&quot;y&quot;:-2.8129063266393945},{&quot;x&quot;:-6.23107504970876,&quot;y&quot;:-3.1064211474303858},{&quot;x&quot;:-6.084317639313266,&quot;y&quot;:-2.7639871898408948},{&quot;x&quot;:-5.888641092119272,&quot;y&quot;:-3.448855105019876},{&quot;x&quot;:-5.790802818522272,&quot;y&quot;:-3.216288991285013},{&quot;x&quot;:-5.692964544925275,&quot;y&quot;:-3.216288991285013},{&quot;x&quot;:-5.605890218733989,&quot;y&quot;:-2.9107446002363906},{&quot;x&quot;:-5.4972879977312825,&quot;y&quot;:-3.1064211474303858},{&quot;x&quot;:-5.125995192163839,&quot;y&quot;:-0.6551570266366641},{&quot;x&quot;:-5.0602147679770315,&quot;y&quot;:-0.7355052532952877},{&quot;x&quot;:-4.896065940518008,&quot;y&quot;:0.012606129515646729},{&quot;x&quot;:-4.834001345348021,&quot;y&quot;:0.7673302829040496},{&quot;x&quot;:-4.720643165417874,&quot;y&quot;:0.620768625677823},{&quot;x&quot;:-4.518905261761311,&quot;y&quot;:-0.5626260339084577},{&quot;x&quot;:-4.029713893776322,&quot;y&quot;:6.334972254679842},{&quot;x&quot;:-3.644608784333002,&quot;y&quot;:4.458119697503445},{&quot;x&quot;:-3.247007705000345,&quot;y&quot;:-3.7423699258108676},{&quot;x&quot;:-2.8558153607225663,&quot;y&quot;:-4.342558275535736},{&quot;x&quot;:-2.769399990559173,&quot;y&quot;:-3.9016375888786534},{&quot;x&quot;:-2.5740825155410114,&quot;y&quot;:-4.8441483074092435},{&quot;x&quot;:-2.327288851502005,&quot;y&quot;:-3.829751512955463},{&quot;x&quot;:-2.1345679461089957,&quot;y&quot;:-4.908803386858683},{&quot;x&quot;:-1.9751101482393814,&quot;y&quot;:-5.35670144016132},{&quot;x&quot;:-1.8772718746423842,&quot;y&quot;:-4.182642156997355},{&quot;x&quot;:-1.779433601045387,&quot;y&quot;:-4.573995251385344},{&quot;x&quot;:-1.6326761906498917,&quot;y&quot;:-4.476156977788347},{&quot;x&quot;:-1.4859187802543956,&quot;y&quot;:-5.796973671347808},{&quot;x&quot;:-1.1623146553731551,&quot;y&quot;:-5.685693327620309},{&quot;x&quot;:-0.9979284711578267,&quot;y&quot;:-5.991382202430407},{&quot;x&quot;:-0.9203832138581858,&quot;y&quot;:-6.400464991989257},{&quot;x&quot;:-0.8385564620987547,&quot;y&quot;:-6.108935736091958},{&quot;x&quot;:-0.7521317282769162,&quot;y&quot;:-6.335084176131294},{&quot;x&quot;:-0.6053743178814204,&quot;y&quot;:-6.1394076289373},{&quot;x&quot;:-0.5075360442844232,&quot;y&quot;:-6.384003312929793},{&quot;x&quot;:-0.40969777068742597,&quot;y&quot;:-6.1394076289373},{&quot;x&quot;:-0.3118594970904287,&quot;y&quot;:-6.384003312929793},{&quot;x&quot;:-0.16510208669493281,&quot;y&quot;:-6.237245902534297},{&quot;x&quot;:0.03057446049906163,&quot;y&quot;:-6.579679860123786},{&quot;x&quot;:0.19144496049699156,&quot;y&quot;:-6.292051376099973},{&quot;x&quot;:0.32408928129005327,&quot;y&quot;:-6.530760723325289},{&quot;x&quot;:0.47084669168554916,&quot;y&quot;:-6.4329224497282915},{&quot;x&quot;:0.5686849652825463,&quot;y&quot;:-6.1394076289373},{&quot;x&quot;:0.6665232388795436,&quot;y&quot;:-6.384003312929793},{&quot;x&quot;:0.7643615124765408,&quot;y&quot;:-6.188326765735798},{&quot;x&quot;:0.9111189228720368,&quot;y&quot;:-6.775356407317782},{&quot;x&quot;:1.0089571964690336,&quot;y&quot;:-6.530760723325289},{&quot;x&quot;:1.15571460686453,&quot;y&quot;:-6.726437270519282},{&quot;x&quot;:1.15571460686453,&quot;y&quot;:-6.384003312929793},{&quot;x&quot;:1.2535528804615268,&quot;y&quot;:-6.384003312929793},{&quot;x&quot;:1.5470677012525187,&quot;y&quot;:-5.405620576959819},{&quot;x&quot;:1.8405825220435101,&quot;y&quot;:1.1495437540389941},{&quot;x&quot;:2.0362590692375044,&quot;y&quot;:-2.959663737034889},{&quot;x&quot;:2.5743695740209893,&quot;y&quot;:6.432810528276838},{&quot;x&quot;:2.965722668408978,&quot;y&quot;:-2.470472369049903},{&quot;x&quot;:3.2103183524014716,&quot;y&quot;:1.002786343643498},{&quot;x&quot;:3.3570757627969687,&quot;y&quot;:0.8071097964495036},{&quot;x&quot;:3.5527523099909617,&quot;y&quot;:3.595500593963925},{&quot;x&quot;:3.6995097203864584,&quot;y&quot;:0.8071097964495036},{&quot;x&quot;:4.0908628147744475,&quot;y&quot;:7.264435853851314},{&quot;x&quot;:4.433296772363937,&quot;y&quot;:0.6603523860540078},{&quot;x&quot;:4.628973319557932,&quot;y&quot;:2.9106326787849444},{&quot;x&quot;:5.167083824341415,&quot;y&quot;:-5.699135397750812},{&quot;x&quot;:5.7051943291249,&quot;y&quot;:1.9322499428149718},{&quot;x&quot;:5.974249581516642,&quot;y&quot;:-2.886229071111419},{&quot;x&quot;:6.218845265509137,&quot;y&quot;:-4.060288354275386},{&quot;x&quot;:6.365602675904631,&quot;y&quot;:-2.592714250320426},{&quot;x&quot;:6.4634409495016305,&quot;y&quot;:-3.3265013022979053},{&quot;x&quot;:6.610198359897126,&quot;y&quot;:-1.6143315143504546},{&quot;x&quot;:7.001551454285115,&quot;y&quot;:-5.576781595028842},{&quot;x&quot;:7.148308864680607,&quot;y&quot;:-5.576781595028842},{&quot;x&quot;:7.246147138277608,&quot;y&quot;:-5.821377279021337},{&quot;x&quot;:7.343985411874605,&quot;y&quot;:-6.701921741394311},{&quot;x&quot;:7.588581095867097,&quot;y&quot;:-6.163811236610825},{&quot;x&quot;:7.69864915366372,&quot;y&quot;:-6.35948778380482},{&quot;x&quot;:7.796487427260716,&quot;y&quot;:-6.065972963013828},{&quot;x&quot;:7.894325700857716,&quot;y&quot;:-6.408406920603318},{&quot;x&quot;:8.041083111253212,&quot;y&quot;:-5.723539005424337},{&quot;x&quot;:8.175610737449084,&quot;y&quot;:-6.114892099812327},{&quot;x&quot;:8.420206421441573,&quot;y&quot;:-4.647317995857369},{&quot;x&quot;:8.51804469503857,&quot;y&quot;:-6.261649510207823},{&quot;x&quot;:8.713721242232566,&quot;y&quot;:-6.261649510207823},{&quot;x&quot;:8.713721242232566,&quot;y&quot;:-6.604083467797312},{&quot;x&quot;:8.872708436827685,&quot;y&quot;:-6.506245194200315},{&quot;x&quot;:8.970546710424681,&quot;y&quot;:-7.191113109379296},{&quot;x&quot;:9.117304120820178,&quot;y&quot;:-6.2127303734093235},{&quot;x&quot;:9.215142394417176,&quot;y&quot;:-6.5551643309988155},{&quot;x&quot;:9.312980668014173,&quot;y&quot;:-6.35948778380482},{&quot;x&quot;:9.410818941611172,&quot;y&quot;:-6.35948778380482},{&quot;x&quot;:9.655414625603662,&quot;y&quot;:-5.625700731827341},{&quot;x&quot;:10.242444267185647,&quot;y&quot;:0},{&quot;x&quot;:10.731635635170633,&quot;y&quot;:6.5551643309988155},{&quot;x&quot;:11.661099234342105,&quot;y&quot;:5.625700731827341},{&quot;x&quot;:12.639481970312081,&quot;y&quot;:1.3697358303579612}],&quot;closed&quot;:false},&quot;pathStyles&quot;:[{&quot;type&quot;:&quot;FILL&quot;,&quot;fillStyle&quot;:&quot;rgba(0,0,0,0)&quot;},{&quot;type&quot;:&quot;STROKE&quot;,&quot;strokeStyle&quot;:&quot;rgb(9, 95, 170)&quot;,&quot;lineWidth&quot;:0.07337870519774793,&quot;lineJoin&quot;:&quot;round&quot;}],&quot;pathSmoothing&quot;:{&quot;type&quot;:&quot;CATMULL_SMOOTHING&quot;,&quot;smoothing&quot;:0.2},&quot;isLocked&quot;:false,&quot;parent&quot;:{&quot;type&quot;:&quot;CHILD&quot;,&quot;parentId&quot;:&quot;ef8af754-ea8d-4347-90c9-e0f8e2d32988&quot;,&quot;order&quot;:&quot;6&quot;}},&quot;a02cb26e-30c3-406d-95eb-3a22ff477657&quot;:{&quot;type&quot;:&quot;FIGURE_OBJECT&quot;,&quot;id&quot;:&quot;a02cb26e-30c3-406d-95eb-3a22ff477657&quot;,&quot;relativeTransform&quot;:{&quot;translate&quot;:{&quot;x&quot;:1.2387153080219242,&quot;y&quot;:8.57801532931877},&quot;rotate&quot;:0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.1401866388623394,&quot;color&quot;:&quot;#232323&quot;,&quot;fontWeight&quot;:&quot;bold&quot;,&quot;fontStyle&quot;:&quot;normal&quot;,&quot;decoration&quot;:&quot;none&quot;,&quot;script&quot;:&quot;none&quot;},&quot;range&quot;:[0,13]},{&quot;style&quot;:{&quot;fontFamily&quot;:&quot;Roboto&quot;,&quot;fontSize&quot;:1.1401866388623394,&quot;color&quot;:&quot;#232323&quot;,&quot;fontWeight&quot;:&quot;bold&quot;,&quot;fontStyle&quot;:&quot;normal&quot;,&quot;decoration&quot;:&quot;none&quot;,&quot;script&quot;:&quot;super&quot;},&quot;range&quot;:[14,15]},{&quot;style&quot;:{&quot;fontFamily&quot;:&quot;Roboto&quot;,&quot;fontSize&quot;:1.1401866388623394,&quot;color&quot;:&quot;#232323&quot;,&quot;fontWeight&quot;:&quot;bold&quot;,&quot;fontStyle&quot;:&quot;normal&quot;,&quot;decoration&quot;:&quot;none&quot;,&quot;script&quot;:&quot;none&quot;},&quot;range&quot;:[16,16]}],&quot;text&quot;:&quot;Wavenumber (cm-1)&quot;}],&quot;verticalAlign&quot;:&quot;TOP&quot;,&quot;_lastCaretLocation&quot;:{&quot;lineIndex&quot;:0,&quot;runIndex&quot;:-1,&quot;charIndex&quot;:-1,&quot;endOfLine&quot;:true}},&quot;size&quot;:{&quot;x&quot;:10.663552161139055,&quot;y&quot;:1.5021958843125158},&quot;targetSize&quot;:{&quot;x&quot;:10.663552161139055,&quot;y&quot;:1.5021958843125158},&quot;format&quot;:&quot;BETTER_TEXT&quot;,&quot;verticalAlign&quot;:&quot;TOP&quot;},&quot;isLocked&quot;:false,&quot;parent&quot;:{&quot;type&quot;:&quot;CHILD&quot;,&quot;parentId&quot;:&quot;ef8af754-ea8d-4347-90c9-e0f8e2d32988&quot;,&quot;order&quot;:&quot;7&quot;}},&quot;278ce85d-4114-4375-a805-11040f63b527&quot;:{&quot;type&quot;:&quot;FIGURE_OBJECT&quot;,&quot;id&quot;:&quot;278ce85d-4114-4375-a805-11040f63b527&quot;,&quot;relativeTransform&quot;:{&quot;translate&quot;:{&quot;x&quot;:-12.585410257734969,&quot;y&quot;:-1.5883583247667468},&quot;rotate&quot;:-1.5707963267948966},&quot;opacity&quot;:1,&quot;pathStyles&quot;:[{&quot;type&quot;:&quot;FILL&quot;,&quot;fillStyle&quot;:&quot;#232323&quot;}],&quot;text&quot;:{&quot;textData&quot;:{&quot;lineSpacing&quot;:&quot;normal&quot;,&quot;alignment&quot;:&quot;center&quot;,&quot;lines&quot;:[{&quot;runs&quot;:[{&quot;style&quot;:{&quot;fontFamily&quot;:&quot;Roboto&quot;,&quot;fontSize&quot;:1.1401866388623394,&quot;color&quot;:&quot;#232323&quot;,&quot;fontWeight&quot;:&quot;bold&quot;,&quot;fontStyle&quot;:&quot;normal&quot;,&quot;decoration&quot;:&quot;none&quot;,&quot;script&quot;:&quot;none&quot;},&quot;range&quot;:[0,2]}],&quot;text&quot;:&quot;ABS&quot;}],&quot;verticalAlign&quot;:&quot;TOP&quot;,&quot;_lastCaretLocation&quot;:{&quot;lineIndex&quot;:0,&quot;runIndex&quot;:-1,&quot;charIndex&quot;:-1,&quot;endOfLine&quot;:true}},&quot;size&quot;:{&quot;x&quot;:8.28816330264558,&quot;y&quot;:1.2827099687201318},&quot;targetSize&quot;:{&quot;x&quot;:8.28816330264558,&quot;y&quot;:1.2827099687201318},&quot;format&quot;:&quot;BETTER_TEXT&quot;,&quot;verticalAlign&quot;:&quot;TOP&quot;},&quot;isLocked&quot;:false,&quot;parent&quot;:{&quot;type&quot;:&quot;CHILD&quot;,&quot;parentId&quot;:&quot;ef8af754-ea8d-4347-90c9-e0f8e2d32988&quot;,&quot;order&quot;:&quot;8&quot;}},&quot;dd683bf0-e7ec-45e6-85b2-8e1667345a4c&quot;:{&quot;id&quot;:&quot;dd683bf0-e7ec-45e6-85b2-8e1667345a4c&quot;,&quot;name&quot;:&quot;Computer screen&quot;,&quot;displayName&quot;:&quot;&quot;,&quot;type&quot;:&quot;FIGURE_OBJECT&quot;,&quot;relativeTransform&quot;:{&quot;translate&quot;:{&quot;x&quot;:42.813352570270446,&quot;y&quot;:-72.21689541158068},&quot;rotate&quot;:0,&quot;skewX&quot;:0,&quot;scale&quot;:{&quot;x&quot;:0.17111357862003104,&quot;y&quot;:0.17111357862003107}},&quot;image&quot;:{&quot;url&quot;:&quot;https://icons.biorender.com/biorender/5f11a6691354a600277fd5b1/computer-screen.png&quot;,&quot;fallbackUrl&quot;:&quot;https://res.cloudinary.com/dlcjuc3ej/image/upload/v1594992231/lthvjachtvri0g19qt8f.svg#/keystone/api/icons/5f11a6691354a600277fd5b1/computer-screen.svg&quot;,&quot;isPremium&quot;:false,&quot;size&quot;:{&quot;x&quot;:250,&quot;y&quot;:203.125}},&quot;source&quot;:{&quot;id&quot;:&quot;5b3ccd292b2a330014798001&quot;,&quot;type&quot;:&quot;ASSETS&quot;},&quot;isPremium&quot;:false,&quot;parent&quot;:{&quot;type&quot;:&quot;CHILD&quot;,&quot;parentId&quot;:&quot;8aefdec9-c8b5-4b66-995c-fdc87985b425&quot;,&quot;order&quot;:&quot;2&quot;}},&quot;f8473bc2-2585-41f7-b8c6-7cebe7ec4006&quot;:{&quot;type&quot;:&quot;FIGURE_OBJECT&quot;,&quot;id&quot;:&quot;f8473bc2-2585-41f7-b8c6-7cebe7ec4006&quot;,&quot;parent&quot;:{&quot;type&quot;:&quot;CHILD&quot;,&quot;parentId&quot;:&quot;fe6ae323-7270-411c-892a-8de0b0779487&quot;,&quot;order&quot;:&quot;99999999997&quot;},&quot;relativeTransform&quot;:{&quot;translate&quot;:{&quot;x&quot;:-67.78633713078676,&quot;y&quot;:-15.552169471570217},&quot;rotate&quot;:0,&quot;skewX&quot;:0,&quot;scale&quot;:{&quot;x&quot;:1,&quot;y&quot;:1}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6bab6248-e557-454f-8fdc-1206d5d654dc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6bab6248-e557-454f-8fdc-1206d5d654dc&quot;:{&quot;id&quot;:&quot;6bab6248-e557-454f-8fdc-1206d5d654dc&quot;,&quot;name&quot;:&quot;Picture2.jpg&quot;,&quot;type&quot;:&quot;FIGURE_OBJECT&quot;,&quot;relativeTransform&quot;:{&quot;translate&quot;:{&quot;x&quot;:-239.34891893442762,&quot;y&quot;:185.3193068741151},&quot;rotate&quot;:0,&quot;skewX&quot;:0,&quot;scale&quot;:{&quot;x&quot;:0.42047344460918723,&quot;y&quot;:0.4204734446091873}},&quot;image&quot;:{&quot;url&quot;:&quot;https://core.services.biorender.com/api/uploads/noredirect/69e7a598dfdd0f2dea894187/1776788888459_accbd607-bd05-4fec-9085-39332456c782_icon.jpg&quot;,&quot;fallbackUrl&quot;:&quot;https://core.services.biorender.com/api/uploads/noredirect/69e7a598dfdd0f2dea894187/1776788888459_accbd607-bd05-4fec-9085-39332456c782_icon.jpg&quot;,&quot;isPremium&quot;:false,&quot;isSignedURL&quot;:true,&quot;size&quot;:{&quot;x&quot;:300,&quot;y&quot;:278.7096774193549}},&quot;source&quot;:{&quot;id&quot;:&quot;69e7a598dfdd0f2dea894187&quot;,&quot;type&quot;:&quot;UPLOADS&quot;},&quot;isPremium&quot;:false,&quot;parent&quot;:{&quot;type&quot;:&quot;CHILD&quot;,&quot;parentId&quot;:&quot;fe6ae323-7270-411c-892a-8de0b0779487&quot;,&quot;order&quot;:&quot;999999999995&quot;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e650e5b06e265f690efbfd"/>
  <p:tag name="FIGURESLIDEID" val="fe6ae323-7270-411c-892a-8de0b0779487"/>
  <p:tag name="SELECTIONIDS" val="0bb8ba7d-8735-4bda-9bf3-6bb1a0f8b608"/>
  <p:tag name="TRANSPARENTBACKGROUND" val="true"/>
  <p:tag name="VERSION" val="1778597643746"/>
  <p:tag name="TITLE" val="Frank Graphical Abstract Se-PS"/>
  <p:tag name="CREATORNAME" val="Arav Saherwala"/>
  <p:tag name="DATEINSERTED" val="1778597644037"/>
  <p:tag name="DPI" val="300"/>
  <p:tag name="BIOJSON" val="{&quot;id&quot;:&quot;5f803925-34ac-4623-ad35-23ccae43b1f7&quot;,&quot;objects&quot;:{&quot;0bb8ba7d-8735-4bda-9bf3-6bb1a0f8b608&quot;:{&quot;id&quot;:&quot;0bb8ba7d-8735-4bda-9bf3-6bb1a0f8b608&quot;,&quot;name&quot;:&quot;Picture1.jpg&quot;,&quot;type&quot;:&quot;FIGURE_OBJECT&quot;,&quot;relativeTransform&quot;:{&quot;translate&quot;:{&quot;x&quot;:-375.280550652723,&quot;y&quot;:184.4247689905925},&quot;rotate&quot;:0,&quot;skewX&quot;:0,&quot;scale&quot;:{&quot;x&quot;:0.35414500844499297,&quot;y&quot;:0.3541450084449929}},&quot;image&quot;:{&quot;url&quot;:&quot;https://core.services.biorender.com/api/uploads/noredirect/69e7a59893accf33868cdceb/1776788888310_0c2acfb0-ce79-4e24-a939-1d0e4b986ddb_icon.jpg&quot;,&quot;fallbackUrl&quot;:&quot;https://core.services.biorender.com/api/uploads/noredirect/69e7a59893accf33868cdceb/1776788888310_0c2acfb0-ce79-4e24-a939-1d0e4b986ddb_icon.jpg&quot;,&quot;isPremium&quot;:false,&quot;isSignedURL&quot;:true,&quot;size&quot;:{&quot;x&quot;:300,&quot;y&quot;:325.86206896551727}},&quot;source&quot;:{&quot;id&quot;:&quot;69e7a59893accf33868cdceb&quot;,&quot;type&quot;:&quot;UPLOADS&quot;},&quot;isPremium&quot;:false,&quot;parent&quot;:{&quot;type&quot;:&quot;CHILD&quot;,&quot;parentId&quot;:&quot;fe6ae323-7270-411c-892a-8de0b0779487&quot;,&quot;order&quot;:&quot;999999999997&quot;}},&quot;fe6ae323-7270-411c-892a-8de0b0779487&quot;:{&quot;id&quot;:&quot;fe6ae323-7270-411c-892a-8de0b0779487&quot;,&quot;type&quot;:&quot;FIGURE_OBJECT&quot;,&quot;document&quot;:{&quot;type&quot;:&quot;FIGURE&quot;,&quot;canvasType&quot;:&quot;FIGURE&quot;,&quot;units&quot;:&quot;in&quot;},&quot;parent&quot;:{&quot;parentId&quot;:&quot;5f803925-34ac-4623-ad35-23ccae43b1f7&quot;,&quot;type&quot;:&quot;DOCUMENT&quot;,&quot;order&quot;:&quot;5&quot;}},&quot;5f803925-34ac-4623-ad35-23ccae43b1f7&quot;:{&quot;id&quot;:&quot;5f803925-34ac-4623-ad35-23ccae43b1f7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23653</TotalTime>
  <Words>249</Words>
  <Application>Microsoft Office PowerPoint</Application>
  <PresentationFormat>Custom</PresentationFormat>
  <Paragraphs>46</Paragraphs>
  <Slides>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Frank Li</cp:lastModifiedBy>
  <cp:revision>8</cp:revision>
  <dcterms:created xsi:type="dcterms:W3CDTF">2026-05-12T14:54:04Z</dcterms:created>
  <dcterms:modified xsi:type="dcterms:W3CDTF">2026-09-22T15:59:29Z</dcterms:modified>
</cp:coreProperties>
</file>